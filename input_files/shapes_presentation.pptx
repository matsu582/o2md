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フローチャートサンプル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1080000"/>
            <a:ext cx="1440000" cy="54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開始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0" y="2160000"/>
            <a:ext cx="144000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処理A</a:t>
            </a:r>
          </a:p>
        </p:txBody>
      </p:sp>
      <p:sp>
        <p:nvSpPr>
          <p:cNvPr id="6" name="Diamond 5"/>
          <p:cNvSpPr/>
          <p:nvPr/>
        </p:nvSpPr>
        <p:spPr>
          <a:xfrm>
            <a:off x="1440000" y="3240000"/>
            <a:ext cx="1440000" cy="7200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3330000"/>
            <a:ext cx="144000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処理B</a:t>
            </a:r>
          </a:p>
        </p:txBody>
      </p:sp>
      <p:sp>
        <p:nvSpPr>
          <p:cNvPr id="8" name="Oval 7"/>
          <p:cNvSpPr/>
          <p:nvPr/>
        </p:nvSpPr>
        <p:spPr>
          <a:xfrm>
            <a:off x="1440000" y="4680000"/>
            <a:ext cx="1440000" cy="54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終了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0000" y="1620000"/>
            <a:ext cx="0" cy="54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60000" y="2700000"/>
            <a:ext cx="0" cy="54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880000" y="3600000"/>
            <a:ext cx="720000" cy="90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60000" y="3960000"/>
            <a:ext cx="0" cy="72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図形サンプル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080000"/>
            <a:ext cx="108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四角形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60000" y="1080000"/>
            <a:ext cx="108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角丸</a:t>
            </a:r>
          </a:p>
        </p:txBody>
      </p:sp>
      <p:sp>
        <p:nvSpPr>
          <p:cNvPr id="6" name="Oval 5"/>
          <p:cNvSpPr/>
          <p:nvPr/>
        </p:nvSpPr>
        <p:spPr>
          <a:xfrm>
            <a:off x="3600000" y="1080000"/>
            <a:ext cx="1080000" cy="720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楕円</a:t>
            </a:r>
          </a:p>
        </p:txBody>
      </p:sp>
      <p:sp>
        <p:nvSpPr>
          <p:cNvPr id="7" name="Diamond 6"/>
          <p:cNvSpPr/>
          <p:nvPr/>
        </p:nvSpPr>
        <p:spPr>
          <a:xfrm>
            <a:off x="5040000" y="1080000"/>
            <a:ext cx="1080000" cy="7200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ひし形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720000" y="2520000"/>
            <a:ext cx="1080000" cy="720000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平行四辺形</a:t>
            </a:r>
          </a:p>
        </p:txBody>
      </p:sp>
      <p:sp>
        <p:nvSpPr>
          <p:cNvPr id="9" name="Trapezoid 8"/>
          <p:cNvSpPr/>
          <p:nvPr/>
        </p:nvSpPr>
        <p:spPr>
          <a:xfrm>
            <a:off x="2160000" y="2520000"/>
            <a:ext cx="1080000" cy="72000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台形</a:t>
            </a:r>
          </a:p>
        </p:txBody>
      </p:sp>
      <p:sp>
        <p:nvSpPr>
          <p:cNvPr id="10" name="Pentagon 9"/>
          <p:cNvSpPr/>
          <p:nvPr/>
        </p:nvSpPr>
        <p:spPr>
          <a:xfrm>
            <a:off x="3600000" y="2520000"/>
            <a:ext cx="1080000" cy="7200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五角形</a:t>
            </a:r>
          </a:p>
        </p:txBody>
      </p:sp>
      <p:sp>
        <p:nvSpPr>
          <p:cNvPr id="11" name="Hexagon 10"/>
          <p:cNvSpPr/>
          <p:nvPr/>
        </p:nvSpPr>
        <p:spPr>
          <a:xfrm>
            <a:off x="5040000" y="2520000"/>
            <a:ext cx="1080000" cy="7200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六角形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72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矢印とコネクタサンプル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440000"/>
            <a:ext cx="108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ボックス1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0" y="1440000"/>
            <a:ext cx="108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0" y="1440000"/>
            <a:ext cx="108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ボックス3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0" y="3240000"/>
            <a:ext cx="108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ボックス4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1800000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0000" y="1800000"/>
            <a:ext cx="10800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0000" y="2160000"/>
            <a:ext cx="0" cy="1080000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