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 id="2147483719" r:id="rId5"/>
  </p:sldMasterIdLst>
  <p:notesMasterIdLst>
    <p:notesMasterId r:id="rId16"/>
  </p:notesMasterIdLst>
  <p:handoutMasterIdLst>
    <p:handoutMasterId r:id="rId17"/>
  </p:handoutMasterIdLst>
  <p:sldIdLst>
    <p:sldId id="384" r:id="rId6"/>
    <p:sldId id="447" r:id="rId7"/>
    <p:sldId id="441" r:id="rId8"/>
    <p:sldId id="442" r:id="rId9"/>
    <p:sldId id="443" r:id="rId10"/>
    <p:sldId id="444" r:id="rId11"/>
    <p:sldId id="445" r:id="rId12"/>
    <p:sldId id="446" r:id="rId13"/>
    <p:sldId id="448" r:id="rId14"/>
    <p:sldId id="388" r:id="rId15"/>
  </p:sldIdLst>
  <p:sldSz cx="12192000" cy="6858000"/>
  <p:notesSz cx="9939338" cy="6807200"/>
  <p:defaultText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 name="有沙" initials="有沙" lastIdx="12" clrIdx="13">
    <p:extLst>
      <p:ext uri="{19B8F6BF-5375-455C-9EA6-DF929625EA0E}">
        <p15:presenceInfo xmlns:p15="http://schemas.microsoft.com/office/powerpoint/2012/main" userId="有沙" providerId="None"/>
      </p:ext>
    </p:extLst>
  </p:cmAuthor>
  <p:cmAuthor id="8" name="有沙 池田" initials="有沙" lastIdx="258" clrIdx="7">
    <p:extLst>
      <p:ext uri="{19B8F6BF-5375-455C-9EA6-DF929625EA0E}">
        <p15:presenceInfo xmlns:p15="http://schemas.microsoft.com/office/powerpoint/2012/main" userId="有沙 池田" providerId="None"/>
      </p:ext>
    </p:extLst>
  </p:cmAuthor>
  <p:cmAuthor id="15" name="Noguchi Yasuhiro" initials="NY" lastIdx="83" clrIdx="14">
    <p:extLst>
      <p:ext uri="{19B8F6BF-5375-455C-9EA6-DF929625EA0E}">
        <p15:presenceInfo xmlns:p15="http://schemas.microsoft.com/office/powerpoint/2012/main" userId="S-1-5-21-2116825684-1874618661-980507067-56928" providerId="AD"/>
      </p:ext>
    </p:extLst>
  </p:cmAuthor>
  <p:cmAuthor id="2" name="作成者" initials="A" lastIdx="8" clrIdx="1"/>
  <p:cmAuthor id="9" name="Ikeda Arisa" initials="IA" lastIdx="6" clrIdx="8">
    <p:extLst>
      <p:ext uri="{19B8F6BF-5375-455C-9EA6-DF929625EA0E}">
        <p15:presenceInfo xmlns:p15="http://schemas.microsoft.com/office/powerpoint/2012/main" userId="S::ikeda.arisa@sysmex.co.jp::2ff3b58f-7bce-4417-83a3-d70d235e1a4f" providerId="AD"/>
      </p:ext>
    </p:extLst>
  </p:cmAuthor>
  <p:cmAuthor id="16" name="Shima Eisuke" initials="SE [2]" lastIdx="17" clrIdx="15">
    <p:extLst>
      <p:ext uri="{19B8F6BF-5375-455C-9EA6-DF929625EA0E}">
        <p15:presenceInfo xmlns:p15="http://schemas.microsoft.com/office/powerpoint/2012/main" userId="Shima Eisuke" providerId="None"/>
      </p:ext>
    </p:extLst>
  </p:cmAuthor>
  <p:cmAuthor id="10" name="Ueda Izumi" initials="UI" lastIdx="34" clrIdx="9">
    <p:extLst>
      <p:ext uri="{19B8F6BF-5375-455C-9EA6-DF929625EA0E}">
        <p15:presenceInfo xmlns:p15="http://schemas.microsoft.com/office/powerpoint/2012/main" userId="S-1-5-21-2116825684-1874618661-980507067-32162" providerId="AD"/>
      </p:ext>
    </p:extLst>
  </p:cmAuthor>
  <p:cmAuthor id="17" name="Ikeda Arisa" initials="IA [3]" lastIdx="338" clrIdx="16">
    <p:extLst>
      <p:ext uri="{19B8F6BF-5375-455C-9EA6-DF929625EA0E}">
        <p15:presenceInfo xmlns:p15="http://schemas.microsoft.com/office/powerpoint/2012/main" userId="Ikeda Arisa" providerId="None"/>
      </p:ext>
    </p:extLst>
  </p:cmAuthor>
  <p:cmAuthor id="11" name="Shima Eisuke" initials="SE" lastIdx="93" clrIdx="10">
    <p:extLst>
      <p:ext uri="{19B8F6BF-5375-455C-9EA6-DF929625EA0E}">
        <p15:presenceInfo xmlns:p15="http://schemas.microsoft.com/office/powerpoint/2012/main" userId="S-1-5-21-2116825684-1874618661-980507067-84617" providerId="AD"/>
      </p:ext>
    </p:extLst>
  </p:cmAuthor>
  <p:cmAuthor id="18" name="Noguchi Yasuhiro" initials="NY [2]" lastIdx="6" clrIdx="17">
    <p:extLst>
      <p:ext uri="{19B8F6BF-5375-455C-9EA6-DF929625EA0E}">
        <p15:presenceInfo xmlns:p15="http://schemas.microsoft.com/office/powerpoint/2012/main" userId="Noguchi Yasuhiro" providerId="None"/>
      </p:ext>
    </p:extLst>
  </p:cmAuthor>
  <p:cmAuthor id="12" name="Yamaguchi Kozue" initials="YK" lastIdx="1" clrIdx="11">
    <p:extLst>
      <p:ext uri="{19B8F6BF-5375-455C-9EA6-DF929625EA0E}">
        <p15:presenceInfo xmlns:p15="http://schemas.microsoft.com/office/powerpoint/2012/main" userId="S-1-5-21-2116825684-1874618661-980507067-71993" providerId="AD"/>
      </p:ext>
    </p:extLst>
  </p:cmAuthor>
  <p:cmAuthor id="13" name="Ikeda Arisa" initials="IA [2]" lastIdx="140" clrIdx="12">
    <p:extLst>
      <p:ext uri="{19B8F6BF-5375-455C-9EA6-DF929625EA0E}">
        <p15:presenceInfo xmlns:p15="http://schemas.microsoft.com/office/powerpoint/2012/main" userId="S-1-5-21-2116825684-1874618661-980507067-615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A2A2"/>
    <a:srgbClr val="FDEED8"/>
    <a:srgbClr val="005BAC"/>
    <a:srgbClr val="EFEFEF"/>
    <a:srgbClr val="FF0000"/>
    <a:srgbClr val="D9D9D9"/>
    <a:srgbClr val="00B0F0"/>
    <a:srgbClr val="FFFFFF"/>
    <a:srgbClr val="F7F8FA"/>
    <a:srgbClr val="EB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5" autoAdjust="0"/>
    <p:restoredTop sz="96640" autoAdjust="0"/>
  </p:normalViewPr>
  <p:slideViewPr>
    <p:cSldViewPr>
      <p:cViewPr varScale="1">
        <p:scale>
          <a:sx n="92" d="100"/>
          <a:sy n="92" d="100"/>
        </p:scale>
        <p:origin x="60" y="60"/>
      </p:cViewPr>
      <p:guideLst/>
    </p:cSldViewPr>
  </p:slideViewPr>
  <p:outlineViewPr>
    <p:cViewPr>
      <p:scale>
        <a:sx n="33" d="100"/>
        <a:sy n="33" d="100"/>
      </p:scale>
      <p:origin x="0" y="-446"/>
    </p:cViewPr>
  </p:outlineViewPr>
  <p:notesTextViewPr>
    <p:cViewPr>
      <p:scale>
        <a:sx n="100" d="100"/>
        <a:sy n="100" d="100"/>
      </p:scale>
      <p:origin x="0" y="0"/>
    </p:cViewPr>
  </p:notesTextViewPr>
  <p:sorterViewPr>
    <p:cViewPr>
      <p:scale>
        <a:sx n="75" d="100"/>
        <a:sy n="75" d="100"/>
      </p:scale>
      <p:origin x="0" y="-11131"/>
    </p:cViewPr>
  </p:sorterViewPr>
  <p:notesViewPr>
    <p:cSldViewPr showGuides="1">
      <p:cViewPr varScale="1">
        <p:scale>
          <a:sx n="97" d="100"/>
          <a:sy n="97" d="100"/>
        </p:scale>
        <p:origin x="116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5" y="2"/>
            <a:ext cx="4307046" cy="341542"/>
          </a:xfrm>
          <a:prstGeom prst="rect">
            <a:avLst/>
          </a:prstGeom>
        </p:spPr>
        <p:txBody>
          <a:bodyPr vert="horz" lIns="91552" tIns="45776" rIns="91552" bIns="45776"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5" y="6465661"/>
            <a:ext cx="4307046" cy="341541"/>
          </a:xfrm>
          <a:prstGeom prst="rect">
            <a:avLst/>
          </a:prstGeom>
        </p:spPr>
        <p:txBody>
          <a:bodyPr vert="horz" lIns="91552" tIns="45776" rIns="91552" bIns="45776" rtlCol="0" anchor="b"/>
          <a:lstStyle>
            <a:lvl1pPr algn="l">
              <a:defRPr sz="1200"/>
            </a:lvl1pPr>
          </a:lstStyle>
          <a:p>
            <a:r>
              <a:rPr kumimoji="1" lang="en-US" altLang="ja-JP"/>
              <a:t>Copyright© Sysmex Corporation</a:t>
            </a:r>
            <a:endParaRPr kumimoji="1" lang="ja-JP" altLang="en-US"/>
          </a:p>
        </p:txBody>
      </p:sp>
      <p:sp>
        <p:nvSpPr>
          <p:cNvPr id="5" name="スライド番号プレースホルダー 4"/>
          <p:cNvSpPr>
            <a:spLocks noGrp="1"/>
          </p:cNvSpPr>
          <p:nvPr>
            <p:ph type="sldNum" sz="quarter" idx="3"/>
          </p:nvPr>
        </p:nvSpPr>
        <p:spPr>
          <a:xfrm>
            <a:off x="5629996" y="6465661"/>
            <a:ext cx="4307046" cy="341541"/>
          </a:xfrm>
          <a:prstGeom prst="rect">
            <a:avLst/>
          </a:prstGeom>
        </p:spPr>
        <p:txBody>
          <a:bodyPr vert="horz" lIns="91552" tIns="45776" rIns="91552" bIns="45776" rtlCol="0" anchor="b"/>
          <a:lstStyle>
            <a:lvl1pPr algn="r">
              <a:defRPr sz="1200"/>
            </a:lvl1pPr>
          </a:lstStyle>
          <a:p>
            <a:fld id="{CAF7E612-8251-4833-9751-4847F272E63A}"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94A03D3-631F-438D-B919-FAFFEF041D94}"/>
              </a:ext>
            </a:extLst>
          </p:cNvPr>
          <p:cNvSpPr>
            <a:spLocks noGrp="1"/>
          </p:cNvSpPr>
          <p:nvPr>
            <p:ph type="dt" sz="quarter" idx="1"/>
          </p:nvPr>
        </p:nvSpPr>
        <p:spPr>
          <a:xfrm>
            <a:off x="5629275" y="0"/>
            <a:ext cx="4308475" cy="341313"/>
          </a:xfrm>
          <a:prstGeom prst="rect">
            <a:avLst/>
          </a:prstGeom>
        </p:spPr>
        <p:txBody>
          <a:bodyPr vert="horz" lIns="91440" tIns="45720" rIns="91440" bIns="45720" rtlCol="0"/>
          <a:lstStyle>
            <a:lvl1pPr algn="r">
              <a:defRPr sz="1200"/>
            </a:lvl1pPr>
          </a:lstStyle>
          <a:p>
            <a:fld id="{3EA6B3CF-6A94-4488-919D-54B63FC15A1C}" type="datetimeFigureOut">
              <a:rPr kumimoji="1" lang="ja-JP" altLang="en-US" smtClean="0"/>
              <a:t>2023/4/17</a:t>
            </a:fld>
            <a:endParaRPr kumimoji="1" lang="ja-JP" altLang="en-US"/>
          </a:p>
        </p:txBody>
      </p:sp>
    </p:spTree>
    <p:extLst>
      <p:ext uri="{BB962C8B-B14F-4D97-AF65-F5344CB8AC3E}">
        <p14:creationId xmlns:p14="http://schemas.microsoft.com/office/powerpoint/2010/main" val="348359347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5" y="2"/>
            <a:ext cx="4307046" cy="341542"/>
          </a:xfrm>
          <a:prstGeom prst="rect">
            <a:avLst/>
          </a:prstGeom>
        </p:spPr>
        <p:txBody>
          <a:bodyPr vert="horz" lIns="91552" tIns="45776" rIns="91552" bIns="45776"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9996" y="2"/>
            <a:ext cx="4307046" cy="341542"/>
          </a:xfrm>
          <a:prstGeom prst="rect">
            <a:avLst/>
          </a:prstGeom>
        </p:spPr>
        <p:txBody>
          <a:bodyPr vert="horz" lIns="91552" tIns="45776" rIns="91552" bIns="45776" rtlCol="0"/>
          <a:lstStyle>
            <a:lvl1pPr algn="r">
              <a:defRPr sz="1200"/>
            </a:lvl1pPr>
          </a:lstStyle>
          <a:p>
            <a:fld id="{79ADC8B9-2BF4-4FE5-859A-8E2FA0AEBCFA}" type="datetimeFigureOut">
              <a:rPr kumimoji="1" lang="ja-JP" altLang="en-US" smtClean="0"/>
              <a:t>2023/4/17</a:t>
            </a:fld>
            <a:endParaRPr kumimoji="1" lang="ja-JP" altLang="en-US"/>
          </a:p>
        </p:txBody>
      </p:sp>
      <p:sp>
        <p:nvSpPr>
          <p:cNvPr id="4" name="スライド イメージ プレースホルダー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552" tIns="45776" rIns="91552" bIns="45776" rtlCol="0" anchor="ctr"/>
          <a:lstStyle/>
          <a:p>
            <a:endParaRPr lang="ja-JP" altLang="en-US"/>
          </a:p>
        </p:txBody>
      </p:sp>
      <p:sp>
        <p:nvSpPr>
          <p:cNvPr id="5" name="ノート プレースホルダー 4"/>
          <p:cNvSpPr>
            <a:spLocks noGrp="1"/>
          </p:cNvSpPr>
          <p:nvPr>
            <p:ph type="body" sz="quarter" idx="3"/>
          </p:nvPr>
        </p:nvSpPr>
        <p:spPr>
          <a:xfrm>
            <a:off x="993935" y="3275966"/>
            <a:ext cx="7951470" cy="2680335"/>
          </a:xfrm>
          <a:prstGeom prst="rect">
            <a:avLst/>
          </a:prstGeom>
        </p:spPr>
        <p:txBody>
          <a:bodyPr vert="horz" lIns="91552" tIns="45776" rIns="91552" bIns="4577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5" y="6465661"/>
            <a:ext cx="4307046" cy="341541"/>
          </a:xfrm>
          <a:prstGeom prst="rect">
            <a:avLst/>
          </a:prstGeom>
        </p:spPr>
        <p:txBody>
          <a:bodyPr vert="horz" lIns="91552" tIns="45776" rIns="91552" bIns="45776" rtlCol="0" anchor="b"/>
          <a:lstStyle>
            <a:lvl1pPr algn="l">
              <a:defRPr sz="1200"/>
            </a:lvl1pPr>
          </a:lstStyle>
          <a:p>
            <a:r>
              <a:rPr kumimoji="1" lang="en-US" altLang="ja-JP"/>
              <a:t>Copyright© Sysmex Corporation</a:t>
            </a:r>
            <a:endParaRPr kumimoji="1" lang="ja-JP" altLang="en-US"/>
          </a:p>
        </p:txBody>
      </p:sp>
      <p:sp>
        <p:nvSpPr>
          <p:cNvPr id="7" name="スライド番号プレースホルダー 6"/>
          <p:cNvSpPr>
            <a:spLocks noGrp="1"/>
          </p:cNvSpPr>
          <p:nvPr>
            <p:ph type="sldNum" sz="quarter" idx="5"/>
          </p:nvPr>
        </p:nvSpPr>
        <p:spPr>
          <a:xfrm>
            <a:off x="5629996" y="6465661"/>
            <a:ext cx="4307046" cy="341541"/>
          </a:xfrm>
          <a:prstGeom prst="rect">
            <a:avLst/>
          </a:prstGeom>
        </p:spPr>
        <p:txBody>
          <a:bodyPr vert="horz" lIns="91552" tIns="45776" rIns="91552" bIns="45776" rtlCol="0" anchor="b"/>
          <a:lstStyle>
            <a:lvl1pPr algn="r">
              <a:defRPr sz="1200"/>
            </a:lvl1pPr>
          </a:lstStyle>
          <a:p>
            <a:fld id="{1EAE1DEF-A809-4AD3-A0CC-6F50627EFFBA}" type="slidenum">
              <a:rPr kumimoji="1" lang="ja-JP" altLang="en-US" smtClean="0"/>
              <a:t>‹#›</a:t>
            </a:fld>
            <a:endParaRPr kumimoji="1" lang="ja-JP" altLang="en-US"/>
          </a:p>
        </p:txBody>
      </p:sp>
    </p:spTree>
    <p:extLst>
      <p:ext uri="{BB962C8B-B14F-4D97-AF65-F5344CB8AC3E}">
        <p14:creationId xmlns:p14="http://schemas.microsoft.com/office/powerpoint/2010/main" val="1839690473"/>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kumimoji="1" sz="1200" kern="1200">
        <a:solidFill>
          <a:schemeClr val="tx1"/>
        </a:solidFill>
        <a:latin typeface="+mn-lt"/>
        <a:ea typeface="+mn-ea"/>
        <a:cs typeface="+mn-cs"/>
      </a:defRPr>
    </a:lvl1pPr>
    <a:lvl2pPr marL="457189" algn="l" defTabSz="914377" rtl="0" eaLnBrk="1" latinLnBrk="0" hangingPunct="1">
      <a:defRPr kumimoji="1" sz="1200" kern="1200">
        <a:solidFill>
          <a:schemeClr val="tx1"/>
        </a:solidFill>
        <a:latin typeface="+mn-lt"/>
        <a:ea typeface="+mn-ea"/>
        <a:cs typeface="+mn-cs"/>
      </a:defRPr>
    </a:lvl2pPr>
    <a:lvl3pPr marL="914377" algn="l" defTabSz="914377" rtl="0" eaLnBrk="1" latinLnBrk="0" hangingPunct="1">
      <a:defRPr kumimoji="1" sz="1200" kern="1200">
        <a:solidFill>
          <a:schemeClr val="tx1"/>
        </a:solidFill>
        <a:latin typeface="+mn-lt"/>
        <a:ea typeface="+mn-ea"/>
        <a:cs typeface="+mn-cs"/>
      </a:defRPr>
    </a:lvl3pPr>
    <a:lvl4pPr marL="1371566" algn="l" defTabSz="914377" rtl="0" eaLnBrk="1" latinLnBrk="0" hangingPunct="1">
      <a:defRPr kumimoji="1" sz="1200" kern="1200">
        <a:solidFill>
          <a:schemeClr val="tx1"/>
        </a:solidFill>
        <a:latin typeface="+mn-lt"/>
        <a:ea typeface="+mn-ea"/>
        <a:cs typeface="+mn-cs"/>
      </a:defRPr>
    </a:lvl4pPr>
    <a:lvl5pPr marL="1828754" algn="l" defTabSz="914377" rtl="0" eaLnBrk="1" latinLnBrk="0" hangingPunct="1">
      <a:defRPr kumimoji="1" sz="1200" kern="1200">
        <a:solidFill>
          <a:schemeClr val="tx1"/>
        </a:solidFill>
        <a:latin typeface="+mn-lt"/>
        <a:ea typeface="+mn-ea"/>
        <a:cs typeface="+mn-cs"/>
      </a:defRPr>
    </a:lvl5pPr>
    <a:lvl6pPr marL="2285943" algn="l" defTabSz="914377" rtl="0" eaLnBrk="1" latinLnBrk="0" hangingPunct="1">
      <a:defRPr kumimoji="1" sz="1200" kern="1200">
        <a:solidFill>
          <a:schemeClr val="tx1"/>
        </a:solidFill>
        <a:latin typeface="+mn-lt"/>
        <a:ea typeface="+mn-ea"/>
        <a:cs typeface="+mn-cs"/>
      </a:defRPr>
    </a:lvl6pPr>
    <a:lvl7pPr marL="2743131" algn="l" defTabSz="914377" rtl="0" eaLnBrk="1" latinLnBrk="0" hangingPunct="1">
      <a:defRPr kumimoji="1" sz="1200" kern="1200">
        <a:solidFill>
          <a:schemeClr val="tx1"/>
        </a:solidFill>
        <a:latin typeface="+mn-lt"/>
        <a:ea typeface="+mn-ea"/>
        <a:cs typeface="+mn-cs"/>
      </a:defRPr>
    </a:lvl7pPr>
    <a:lvl8pPr marL="3200320" algn="l" defTabSz="914377" rtl="0" eaLnBrk="1" latinLnBrk="0" hangingPunct="1">
      <a:defRPr kumimoji="1" sz="1200" kern="1200">
        <a:solidFill>
          <a:schemeClr val="tx1"/>
        </a:solidFill>
        <a:latin typeface="+mn-lt"/>
        <a:ea typeface="+mn-ea"/>
        <a:cs typeface="+mn-cs"/>
      </a:defRPr>
    </a:lvl8pPr>
    <a:lvl9pPr marL="3657509" algn="l" defTabSz="914377"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3">
    <p:spTree>
      <p:nvGrpSpPr>
        <p:cNvPr id="1" name=""/>
        <p:cNvGrpSpPr/>
        <p:nvPr/>
      </p:nvGrpSpPr>
      <p:grpSpPr>
        <a:xfrm>
          <a:off x="0" y="0"/>
          <a:ext cx="0" cy="0"/>
          <a:chOff x="0" y="0"/>
          <a:chExt cx="0" cy="0"/>
        </a:xfrm>
      </p:grpSpPr>
      <p:pic>
        <p:nvPicPr>
          <p:cNvPr id="5" name="図 1">
            <a:extLst>
              <a:ext uri="{FF2B5EF4-FFF2-40B4-BE49-F238E27FC236}">
                <a16:creationId xmlns:a16="http://schemas.microsoft.com/office/drawing/2014/main" id="{2809AE6E-F33C-4A89-BA13-D5D11233E6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80276" y="224644"/>
            <a:ext cx="3492000" cy="698399"/>
          </a:xfrm>
          <a:prstGeom prst="rect">
            <a:avLst/>
          </a:prstGeom>
        </p:spPr>
      </p:pic>
      <p:cxnSp>
        <p:nvCxnSpPr>
          <p:cNvPr id="4" name="直線コネクタ 1">
            <a:extLst>
              <a:ext uri="{FF2B5EF4-FFF2-40B4-BE49-F238E27FC236}">
                <a16:creationId xmlns:a16="http://schemas.microsoft.com/office/drawing/2014/main" id="{190974AC-5572-420F-8F6E-C2624C4E4223}"/>
              </a:ext>
            </a:extLst>
          </p:cNvPr>
          <p:cNvCxnSpPr>
            <a:cxnSpLocks/>
          </p:cNvCxnSpPr>
          <p:nvPr userDrawn="1"/>
        </p:nvCxnSpPr>
        <p:spPr>
          <a:xfrm flipH="1">
            <a:off x="911225" y="2888940"/>
            <a:ext cx="1130420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910800" y="5877272"/>
            <a:ext cx="5184000" cy="432000"/>
          </a:xfrm>
          <a:prstGeom prst="rect">
            <a:avLst/>
          </a:prstGeom>
        </p:spPr>
        <p:txBody>
          <a:bodyPr>
            <a:spAutoFit/>
          </a:bodyPr>
          <a:lstStyle>
            <a:lvl1pPr>
              <a:lnSpc>
                <a:spcPts val="1200"/>
              </a:lnSpc>
              <a:spcBef>
                <a:spcPts val="0"/>
              </a:spcBef>
              <a:defRPr sz="9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8" name="テキスト プレースホルダー">
            <a:extLst>
              <a:ext uri="{FF2B5EF4-FFF2-40B4-BE49-F238E27FC236}">
                <a16:creationId xmlns:a16="http://schemas.microsoft.com/office/drawing/2014/main" id="{6EC074DA-D6B9-4E55-9208-25BD4F5AF7A6}"/>
              </a:ext>
            </a:extLst>
          </p:cNvPr>
          <p:cNvSpPr>
            <a:spLocks noGrp="1"/>
          </p:cNvSpPr>
          <p:nvPr>
            <p:ph type="body" sz="quarter" idx="11" hasCustomPrompt="1"/>
          </p:nvPr>
        </p:nvSpPr>
        <p:spPr>
          <a:xfrm>
            <a:off x="910800" y="4206729"/>
            <a:ext cx="5185200" cy="1192634"/>
          </a:xfrm>
          <a:prstGeom prst="rect">
            <a:avLst/>
          </a:prstGeom>
        </p:spPr>
        <p:txBody>
          <a:bodyPr wrap="none" anchor="b" anchorCtr="0">
            <a:noAutofit/>
          </a:bodyPr>
          <a:lstStyle>
            <a:lvl1pPr marL="0" marR="0" indent="0" algn="l" defTabSz="914377" rtl="0" eaLnBrk="1" fontAlgn="auto" latinLnBrk="0" hangingPunct="1">
              <a:lnSpc>
                <a:spcPct val="100000"/>
              </a:lnSpc>
              <a:spcBef>
                <a:spcPts val="300"/>
              </a:spcBef>
              <a:spcAft>
                <a:spcPts val="0"/>
              </a:spcAft>
              <a:buClrTx/>
              <a:buSzTx/>
              <a:buFont typeface="Arial" panose="020B0604020202020204" pitchFamily="34" charset="0"/>
              <a:buNone/>
              <a:tabLst/>
              <a:defRPr sz="1600" baseline="0">
                <a:solidFill>
                  <a:schemeClr val="tx1"/>
                </a:solidFill>
                <a:latin typeface="+mj-lt"/>
                <a:ea typeface="+mj-ea"/>
              </a:defRPr>
            </a:lvl1pPr>
          </a:lstStyle>
          <a:p>
            <a:pPr lvl="0"/>
            <a:r>
              <a:rPr kumimoji="1" lang="ja-JP" altLang="en-US"/>
              <a:t>日付 </a:t>
            </a:r>
            <a:r>
              <a:rPr kumimoji="1" lang="ja-JP" altLang="en-US" dirty="0"/>
              <a:t>・ 署名／役職／氏名</a:t>
            </a:r>
          </a:p>
        </p:txBody>
      </p:sp>
      <p:sp>
        <p:nvSpPr>
          <p:cNvPr id="2" name="タイトル">
            <a:extLst>
              <a:ext uri="{FF2B5EF4-FFF2-40B4-BE49-F238E27FC236}">
                <a16:creationId xmlns:a16="http://schemas.microsoft.com/office/drawing/2014/main" id="{8B9BABE8-EBB0-42DA-8176-800623C0BE8A}"/>
              </a:ext>
            </a:extLst>
          </p:cNvPr>
          <p:cNvSpPr>
            <a:spLocks noGrp="1"/>
          </p:cNvSpPr>
          <p:nvPr>
            <p:ph type="title" hasCustomPrompt="1"/>
          </p:nvPr>
        </p:nvSpPr>
        <p:spPr>
          <a:xfrm>
            <a:off x="910800" y="1681622"/>
            <a:ext cx="10238400" cy="1207318"/>
          </a:xfrm>
        </p:spPr>
        <p:txBody>
          <a:bodyPr vert="horz" lIns="91440" tIns="45720" rIns="91440" bIns="45720" rtlCol="0" anchor="b" anchorCtr="0">
            <a:noAutofit/>
          </a:bodyPr>
          <a:lstStyle>
            <a:lvl1pPr>
              <a:defRPr lang="ja-JP" altLang="en-US" sz="3600"/>
            </a:lvl1pPr>
          </a:lstStyle>
          <a:p>
            <a:pPr marL="0" lvl="0" indent="0" defTabSz="914400">
              <a:lnSpc>
                <a:spcPts val="45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207150482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3_宛先あり">
    <p:spTree>
      <p:nvGrpSpPr>
        <p:cNvPr id="1" name=""/>
        <p:cNvGrpSpPr/>
        <p:nvPr/>
      </p:nvGrpSpPr>
      <p:grpSpPr>
        <a:xfrm>
          <a:off x="0" y="0"/>
          <a:ext cx="0" cy="0"/>
          <a:chOff x="0" y="0"/>
          <a:chExt cx="0" cy="0"/>
        </a:xfrm>
      </p:grpSpPr>
      <p:pic>
        <p:nvPicPr>
          <p:cNvPr id="5" name="図 1">
            <a:extLst>
              <a:ext uri="{FF2B5EF4-FFF2-40B4-BE49-F238E27FC236}">
                <a16:creationId xmlns:a16="http://schemas.microsoft.com/office/drawing/2014/main" id="{2809AE6E-F33C-4A89-BA13-D5D11233E6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80276" y="224644"/>
            <a:ext cx="3492000" cy="698399"/>
          </a:xfrm>
          <a:prstGeom prst="rect">
            <a:avLst/>
          </a:prstGeom>
        </p:spPr>
      </p:pic>
      <p:cxnSp>
        <p:nvCxnSpPr>
          <p:cNvPr id="11" name="直線コネクタ 1">
            <a:extLst>
              <a:ext uri="{FF2B5EF4-FFF2-40B4-BE49-F238E27FC236}">
                <a16:creationId xmlns:a16="http://schemas.microsoft.com/office/drawing/2014/main" id="{42ABF250-58F8-4110-B5C8-FD3A5BE7D0D0}"/>
              </a:ext>
            </a:extLst>
          </p:cNvPr>
          <p:cNvCxnSpPr>
            <a:cxnSpLocks/>
          </p:cNvCxnSpPr>
          <p:nvPr userDrawn="1"/>
        </p:nvCxnSpPr>
        <p:spPr>
          <a:xfrm flipH="1">
            <a:off x="910800" y="2888940"/>
            <a:ext cx="1130463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910800" y="5877272"/>
            <a:ext cx="5184000" cy="432000"/>
          </a:xfrm>
          <a:prstGeom prst="rect">
            <a:avLst/>
          </a:prstGeom>
        </p:spPr>
        <p:txBody>
          <a:bodyPr>
            <a:spAutoFit/>
          </a:bodyPr>
          <a:lstStyle>
            <a:lvl1pPr>
              <a:lnSpc>
                <a:spcPts val="1200"/>
              </a:lnSpc>
              <a:spcBef>
                <a:spcPts val="0"/>
              </a:spcBef>
              <a:defRPr sz="9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9" name="テキスト プレースホルダー">
            <a:extLst>
              <a:ext uri="{FF2B5EF4-FFF2-40B4-BE49-F238E27FC236}">
                <a16:creationId xmlns:a16="http://schemas.microsoft.com/office/drawing/2014/main" id="{3EFF74AE-27B7-43A5-B23D-88AD64151613}"/>
              </a:ext>
            </a:extLst>
          </p:cNvPr>
          <p:cNvSpPr>
            <a:spLocks noGrp="1"/>
          </p:cNvSpPr>
          <p:nvPr>
            <p:ph type="body" sz="quarter" idx="11" hasCustomPrompt="1"/>
          </p:nvPr>
        </p:nvSpPr>
        <p:spPr>
          <a:xfrm>
            <a:off x="910800" y="4206729"/>
            <a:ext cx="5185200" cy="1192634"/>
          </a:xfrm>
          <a:prstGeom prst="rect">
            <a:avLst/>
          </a:prstGeom>
        </p:spPr>
        <p:txBody>
          <a:bodyPr wrap="none" anchor="b" anchorCtr="0">
            <a:noAutofit/>
          </a:bodyPr>
          <a:lstStyle>
            <a:lvl1pPr marL="0" marR="0" indent="0" algn="l" defTabSz="914377" rtl="0" eaLnBrk="1" fontAlgn="auto" latinLnBrk="0" hangingPunct="1">
              <a:lnSpc>
                <a:spcPct val="100000"/>
              </a:lnSpc>
              <a:spcBef>
                <a:spcPts val="300"/>
              </a:spcBef>
              <a:spcAft>
                <a:spcPts val="0"/>
              </a:spcAft>
              <a:buClrTx/>
              <a:buSzTx/>
              <a:buFont typeface="Arial" panose="020B0604020202020204" pitchFamily="34" charset="0"/>
              <a:buNone/>
              <a:tabLst/>
              <a:defRPr sz="1600" baseline="0">
                <a:solidFill>
                  <a:schemeClr val="tx1"/>
                </a:solidFill>
                <a:latin typeface="+mj-lt"/>
                <a:ea typeface="+mj-ea"/>
              </a:defRPr>
            </a:lvl1pPr>
          </a:lstStyle>
          <a:p>
            <a:pPr lvl="0"/>
            <a:r>
              <a:rPr kumimoji="1" lang="ja-JP" altLang="en-US"/>
              <a:t>日付 </a:t>
            </a:r>
            <a:r>
              <a:rPr kumimoji="1" lang="ja-JP" altLang="en-US" dirty="0"/>
              <a:t>・ 署名／役職／氏名</a:t>
            </a:r>
          </a:p>
        </p:txBody>
      </p:sp>
      <p:sp>
        <p:nvSpPr>
          <p:cNvPr id="12" name="タイトル">
            <a:extLst>
              <a:ext uri="{FF2B5EF4-FFF2-40B4-BE49-F238E27FC236}">
                <a16:creationId xmlns:a16="http://schemas.microsoft.com/office/drawing/2014/main" id="{DDDDA778-36D4-4A77-A2EE-17A3A2491480}"/>
              </a:ext>
            </a:extLst>
          </p:cNvPr>
          <p:cNvSpPr>
            <a:spLocks noGrp="1"/>
          </p:cNvSpPr>
          <p:nvPr>
            <p:ph type="title" hasCustomPrompt="1"/>
          </p:nvPr>
        </p:nvSpPr>
        <p:spPr>
          <a:xfrm>
            <a:off x="910800" y="1681622"/>
            <a:ext cx="10238400" cy="1207318"/>
          </a:xfrm>
        </p:spPr>
        <p:txBody>
          <a:bodyPr vert="horz" lIns="91440" tIns="45720" rIns="91440" bIns="45720" rtlCol="0" anchor="b" anchorCtr="0">
            <a:noAutofit/>
          </a:bodyPr>
          <a:lstStyle>
            <a:lvl1pPr>
              <a:defRPr lang="ja-JP" altLang="en-US" sz="3600"/>
            </a:lvl1pPr>
          </a:lstStyle>
          <a:p>
            <a:pPr marL="0" lvl="0" indent="0" defTabSz="914400">
              <a:lnSpc>
                <a:spcPts val="4500"/>
              </a:lnSpc>
              <a:spcBef>
                <a:spcPct val="0"/>
              </a:spcBef>
              <a:buFont typeface="Arial" panose="020B0604020202020204" pitchFamily="34" charset="0"/>
            </a:pPr>
            <a:r>
              <a:rPr kumimoji="1" lang="ja-JP" altLang="en-US"/>
              <a:t>タイトルサンプル</a:t>
            </a:r>
          </a:p>
        </p:txBody>
      </p:sp>
      <p:sp>
        <p:nvSpPr>
          <p:cNvPr id="10" name="テキスト プレースホルダー">
            <a:extLst>
              <a:ext uri="{FF2B5EF4-FFF2-40B4-BE49-F238E27FC236}">
                <a16:creationId xmlns:a16="http://schemas.microsoft.com/office/drawing/2014/main" id="{357BE077-39E2-4A1E-8B5E-F5CF50C3AE19}"/>
              </a:ext>
            </a:extLst>
          </p:cNvPr>
          <p:cNvSpPr>
            <a:spLocks noGrp="1"/>
          </p:cNvSpPr>
          <p:nvPr>
            <p:ph type="body" sz="quarter" idx="14" hasCustomPrompt="1"/>
          </p:nvPr>
        </p:nvSpPr>
        <p:spPr>
          <a:xfrm>
            <a:off x="910800" y="1218238"/>
            <a:ext cx="5184000" cy="338554"/>
          </a:xfrm>
          <a:prstGeom prst="rect">
            <a:avLst/>
          </a:prstGeom>
        </p:spPr>
        <p:txBody>
          <a:bodyPr wrap="none">
            <a:noAutofit/>
          </a:bodyPr>
          <a:lstStyle>
            <a:lvl1pPr>
              <a:lnSpc>
                <a:spcPct val="100000"/>
              </a:lnSpc>
              <a:spcBef>
                <a:spcPts val="0"/>
              </a:spcBef>
              <a:defRPr sz="1600" baseline="0">
                <a:solidFill>
                  <a:schemeClr val="tx1"/>
                </a:solidFill>
                <a:latin typeface="+mj-lt"/>
                <a:ea typeface="+mj-ea"/>
              </a:defRPr>
            </a:lvl1pPr>
          </a:lstStyle>
          <a:p>
            <a:pPr lvl="0"/>
            <a:r>
              <a:rPr kumimoji="1" lang="ja-JP" altLang="en-US" dirty="0"/>
              <a:t>宛先記入欄</a:t>
            </a:r>
          </a:p>
        </p:txBody>
      </p:sp>
    </p:spTree>
    <p:extLst>
      <p:ext uri="{BB962C8B-B14F-4D97-AF65-F5344CB8AC3E}">
        <p14:creationId xmlns:p14="http://schemas.microsoft.com/office/powerpoint/2010/main" val="10271562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次（5章）">
    <p:spTree>
      <p:nvGrpSpPr>
        <p:cNvPr id="1" name=""/>
        <p:cNvGrpSpPr/>
        <p:nvPr/>
      </p:nvGrpSpPr>
      <p:grpSpPr>
        <a:xfrm>
          <a:off x="0" y="0"/>
          <a:ext cx="0" cy="0"/>
          <a:chOff x="0" y="0"/>
          <a:chExt cx="0" cy="0"/>
        </a:xfrm>
      </p:grpSpPr>
      <p:sp>
        <p:nvSpPr>
          <p:cNvPr id="9" name="スライド番号プレースホルダー">
            <a:extLst>
              <a:ext uri="{FF2B5EF4-FFF2-40B4-BE49-F238E27FC236}">
                <a16:creationId xmlns:a16="http://schemas.microsoft.com/office/drawing/2014/main" id="{F04E8CEC-E7DD-4E0A-8DCE-952AF4062F6C}"/>
              </a:ext>
            </a:extLst>
          </p:cNvPr>
          <p:cNvSpPr>
            <a:spLocks noGrp="1"/>
          </p:cNvSpPr>
          <p:nvPr>
            <p:ph type="sldNum" sz="quarter" idx="37"/>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 name="index">
            <a:extLst>
              <a:ext uri="{FF2B5EF4-FFF2-40B4-BE49-F238E27FC236}">
                <a16:creationId xmlns:a16="http://schemas.microsoft.com/office/drawing/2014/main" id="{D544130C-1EAD-4188-A624-2F4ED8187765}"/>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
        <p:nvSpPr>
          <p:cNvPr id="17" name="テキスト プレースホルダー 2">
            <a:extLst>
              <a:ext uri="{FF2B5EF4-FFF2-40B4-BE49-F238E27FC236}">
                <a16:creationId xmlns:a16="http://schemas.microsoft.com/office/drawing/2014/main" id="{8AFC1A1F-C002-4C8D-8360-77A75FCABAFF}"/>
              </a:ext>
            </a:extLst>
          </p:cNvPr>
          <p:cNvSpPr>
            <a:spLocks noGrp="1"/>
          </p:cNvSpPr>
          <p:nvPr>
            <p:ph type="body" sz="quarter" idx="11" hasCustomPrompt="1"/>
          </p:nvPr>
        </p:nvSpPr>
        <p:spPr>
          <a:xfrm>
            <a:off x="4258798" y="1555200"/>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3" name="テキスト プレースホルダー 2">
            <a:extLst>
              <a:ext uri="{FF2B5EF4-FFF2-40B4-BE49-F238E27FC236}">
                <a16:creationId xmlns:a16="http://schemas.microsoft.com/office/drawing/2014/main" id="{8A183B0D-25CB-4268-814A-6C7538B1DC10}"/>
              </a:ext>
            </a:extLst>
          </p:cNvPr>
          <p:cNvSpPr>
            <a:spLocks noGrp="1"/>
          </p:cNvSpPr>
          <p:nvPr>
            <p:ph type="body" sz="quarter" idx="26" hasCustomPrompt="1"/>
          </p:nvPr>
        </p:nvSpPr>
        <p:spPr>
          <a:xfrm>
            <a:off x="3692036" y="155520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4" name="テキスト プレースホルダー 2">
            <a:extLst>
              <a:ext uri="{FF2B5EF4-FFF2-40B4-BE49-F238E27FC236}">
                <a16:creationId xmlns:a16="http://schemas.microsoft.com/office/drawing/2014/main" id="{8BEA5AA9-5F7C-45B9-BE21-45370ABF1FC5}"/>
              </a:ext>
            </a:extLst>
          </p:cNvPr>
          <p:cNvSpPr>
            <a:spLocks noGrp="1"/>
          </p:cNvSpPr>
          <p:nvPr>
            <p:ph type="body" sz="quarter" idx="27" hasCustomPrompt="1"/>
          </p:nvPr>
        </p:nvSpPr>
        <p:spPr>
          <a:xfrm>
            <a:off x="3692036" y="2332732"/>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5" name="テキスト プレースホルダー 2">
            <a:extLst>
              <a:ext uri="{FF2B5EF4-FFF2-40B4-BE49-F238E27FC236}">
                <a16:creationId xmlns:a16="http://schemas.microsoft.com/office/drawing/2014/main" id="{E887AEC9-C7DF-4FE1-98C2-6F5B19B11EDF}"/>
              </a:ext>
            </a:extLst>
          </p:cNvPr>
          <p:cNvSpPr>
            <a:spLocks noGrp="1"/>
          </p:cNvSpPr>
          <p:nvPr>
            <p:ph type="body" sz="quarter" idx="28" hasCustomPrompt="1"/>
          </p:nvPr>
        </p:nvSpPr>
        <p:spPr>
          <a:xfrm>
            <a:off x="3692036" y="3110264"/>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6" name="テキスト プレースホルダー 2">
            <a:extLst>
              <a:ext uri="{FF2B5EF4-FFF2-40B4-BE49-F238E27FC236}">
                <a16:creationId xmlns:a16="http://schemas.microsoft.com/office/drawing/2014/main" id="{73CAC748-25DA-464A-B0EC-8049E67A1E1E}"/>
              </a:ext>
            </a:extLst>
          </p:cNvPr>
          <p:cNvSpPr>
            <a:spLocks noGrp="1"/>
          </p:cNvSpPr>
          <p:nvPr>
            <p:ph type="body" sz="quarter" idx="29" hasCustomPrompt="1"/>
          </p:nvPr>
        </p:nvSpPr>
        <p:spPr>
          <a:xfrm>
            <a:off x="3692036" y="3887796"/>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7" name="テキスト プレースホルダー 2">
            <a:extLst>
              <a:ext uri="{FF2B5EF4-FFF2-40B4-BE49-F238E27FC236}">
                <a16:creationId xmlns:a16="http://schemas.microsoft.com/office/drawing/2014/main" id="{535A6485-3EBF-4548-BD34-98CCB5FD228D}"/>
              </a:ext>
            </a:extLst>
          </p:cNvPr>
          <p:cNvSpPr>
            <a:spLocks noGrp="1"/>
          </p:cNvSpPr>
          <p:nvPr>
            <p:ph type="body" sz="quarter" idx="30" hasCustomPrompt="1"/>
          </p:nvPr>
        </p:nvSpPr>
        <p:spPr>
          <a:xfrm>
            <a:off x="3692036" y="4665328"/>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8" name="テキスト プレースホルダー 2">
            <a:extLst>
              <a:ext uri="{FF2B5EF4-FFF2-40B4-BE49-F238E27FC236}">
                <a16:creationId xmlns:a16="http://schemas.microsoft.com/office/drawing/2014/main" id="{ACE56AA9-1498-43BD-9DB2-6F1572732700}"/>
              </a:ext>
            </a:extLst>
          </p:cNvPr>
          <p:cNvSpPr>
            <a:spLocks noGrp="1"/>
          </p:cNvSpPr>
          <p:nvPr>
            <p:ph type="body" sz="quarter" idx="31" hasCustomPrompt="1"/>
          </p:nvPr>
        </p:nvSpPr>
        <p:spPr>
          <a:xfrm>
            <a:off x="4258798" y="2332732"/>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9" name="テキスト プレースホルダー 2">
            <a:extLst>
              <a:ext uri="{FF2B5EF4-FFF2-40B4-BE49-F238E27FC236}">
                <a16:creationId xmlns:a16="http://schemas.microsoft.com/office/drawing/2014/main" id="{12DC9D2C-944C-4816-8562-E99F97D17207}"/>
              </a:ext>
            </a:extLst>
          </p:cNvPr>
          <p:cNvSpPr>
            <a:spLocks noGrp="1"/>
          </p:cNvSpPr>
          <p:nvPr>
            <p:ph type="body" sz="quarter" idx="32" hasCustomPrompt="1"/>
          </p:nvPr>
        </p:nvSpPr>
        <p:spPr>
          <a:xfrm>
            <a:off x="4258798" y="3110264"/>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
        <p:nvSpPr>
          <p:cNvPr id="30" name="テキスト プレースホルダー 2">
            <a:extLst>
              <a:ext uri="{FF2B5EF4-FFF2-40B4-BE49-F238E27FC236}">
                <a16:creationId xmlns:a16="http://schemas.microsoft.com/office/drawing/2014/main" id="{1327D0FC-6BF0-4682-8F25-93D063284341}"/>
              </a:ext>
            </a:extLst>
          </p:cNvPr>
          <p:cNvSpPr>
            <a:spLocks noGrp="1"/>
          </p:cNvSpPr>
          <p:nvPr>
            <p:ph type="body" sz="quarter" idx="33" hasCustomPrompt="1"/>
          </p:nvPr>
        </p:nvSpPr>
        <p:spPr>
          <a:xfrm>
            <a:off x="4258798" y="3887796"/>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
        <p:nvSpPr>
          <p:cNvPr id="31" name="テキスト プレースホルダー 2">
            <a:extLst>
              <a:ext uri="{FF2B5EF4-FFF2-40B4-BE49-F238E27FC236}">
                <a16:creationId xmlns:a16="http://schemas.microsoft.com/office/drawing/2014/main" id="{1E93D9A8-2128-4467-A559-8198F101492D}"/>
              </a:ext>
            </a:extLst>
          </p:cNvPr>
          <p:cNvSpPr>
            <a:spLocks noGrp="1"/>
          </p:cNvSpPr>
          <p:nvPr>
            <p:ph type="body" sz="quarter" idx="34" hasCustomPrompt="1"/>
          </p:nvPr>
        </p:nvSpPr>
        <p:spPr>
          <a:xfrm>
            <a:off x="4258798" y="4665328"/>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Tree>
    <p:extLst>
      <p:ext uri="{BB962C8B-B14F-4D97-AF65-F5344CB8AC3E}">
        <p14:creationId xmlns:p14="http://schemas.microsoft.com/office/powerpoint/2010/main" val="278792603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目次（5章）_補足あり">
    <p:spTree>
      <p:nvGrpSpPr>
        <p:cNvPr id="1" name=""/>
        <p:cNvGrpSpPr/>
        <p:nvPr/>
      </p:nvGrpSpPr>
      <p:grpSpPr>
        <a:xfrm>
          <a:off x="0" y="0"/>
          <a:ext cx="0" cy="0"/>
          <a:chOff x="0" y="0"/>
          <a:chExt cx="0" cy="0"/>
        </a:xfrm>
      </p:grpSpPr>
      <p:sp>
        <p:nvSpPr>
          <p:cNvPr id="11" name="スライド番号プレースホルダー">
            <a:extLst>
              <a:ext uri="{FF2B5EF4-FFF2-40B4-BE49-F238E27FC236}">
                <a16:creationId xmlns:a16="http://schemas.microsoft.com/office/drawing/2014/main" id="{0A67C8BE-7118-4C7A-B206-15663715DE0F}"/>
              </a:ext>
            </a:extLst>
          </p:cNvPr>
          <p:cNvSpPr>
            <a:spLocks noGrp="1"/>
          </p:cNvSpPr>
          <p:nvPr>
            <p:ph type="sldNum" sz="quarter" idx="41"/>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7"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4258799" y="155520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1" name="テキスト プレースホルダー 3">
            <a:extLst>
              <a:ext uri="{FF2B5EF4-FFF2-40B4-BE49-F238E27FC236}">
                <a16:creationId xmlns:a16="http://schemas.microsoft.com/office/drawing/2014/main" id="{465F7266-88C6-4049-BF87-D1712B56D26E}"/>
              </a:ext>
            </a:extLst>
          </p:cNvPr>
          <p:cNvSpPr>
            <a:spLocks noGrp="1"/>
          </p:cNvSpPr>
          <p:nvPr>
            <p:ph type="body" sz="quarter" idx="25" hasCustomPrompt="1"/>
          </p:nvPr>
        </p:nvSpPr>
        <p:spPr>
          <a:xfrm>
            <a:off x="4258799" y="5595482"/>
            <a:ext cx="5400000" cy="307777"/>
          </a:xfrm>
          <a:prstGeom prst="rect">
            <a:avLst/>
          </a:prstGeom>
        </p:spPr>
        <p:txBody>
          <a:bodyPr wrap="none">
            <a:noAutofit/>
          </a:bodyPr>
          <a:lstStyle>
            <a:lvl1pPr>
              <a:lnSpc>
                <a:spcPct val="100000"/>
              </a:lnSpc>
              <a:spcBef>
                <a:spcPts val="0"/>
              </a:spcBef>
              <a:tabLst>
                <a:tab pos="2508250" algn="l"/>
              </a:tabLst>
              <a:defRPr lang="ja-JP" altLang="en-US" sz="1400"/>
            </a:lvl1pPr>
          </a:lstStyle>
          <a:p>
            <a:pPr lvl="0"/>
            <a:r>
              <a:rPr kumimoji="1" lang="ja-JP" altLang="en-US" dirty="0"/>
              <a:t>補足の文章が必要な場合はこちらに入れてください。</a:t>
            </a:r>
          </a:p>
        </p:txBody>
      </p:sp>
      <p:sp>
        <p:nvSpPr>
          <p:cNvPr id="3" name="テキスト プレースホルダー 2">
            <a:extLst>
              <a:ext uri="{FF2B5EF4-FFF2-40B4-BE49-F238E27FC236}">
                <a16:creationId xmlns:a16="http://schemas.microsoft.com/office/drawing/2014/main" id="{DD8742E1-683C-41C9-949F-50E021069BAB}"/>
              </a:ext>
            </a:extLst>
          </p:cNvPr>
          <p:cNvSpPr>
            <a:spLocks noGrp="1"/>
          </p:cNvSpPr>
          <p:nvPr>
            <p:ph type="body" sz="quarter" idx="26" hasCustomPrompt="1"/>
          </p:nvPr>
        </p:nvSpPr>
        <p:spPr>
          <a:xfrm>
            <a:off x="3692036" y="155520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2" name="テキスト プレースホルダー 2">
            <a:extLst>
              <a:ext uri="{FF2B5EF4-FFF2-40B4-BE49-F238E27FC236}">
                <a16:creationId xmlns:a16="http://schemas.microsoft.com/office/drawing/2014/main" id="{31C2190C-4442-4BE8-A5CF-042477214DE3}"/>
              </a:ext>
            </a:extLst>
          </p:cNvPr>
          <p:cNvSpPr>
            <a:spLocks noGrp="1"/>
          </p:cNvSpPr>
          <p:nvPr>
            <p:ph type="body" sz="quarter" idx="27" hasCustomPrompt="1"/>
          </p:nvPr>
        </p:nvSpPr>
        <p:spPr>
          <a:xfrm>
            <a:off x="3692036" y="244812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3" name="テキスト プレースホルダー 2">
            <a:extLst>
              <a:ext uri="{FF2B5EF4-FFF2-40B4-BE49-F238E27FC236}">
                <a16:creationId xmlns:a16="http://schemas.microsoft.com/office/drawing/2014/main" id="{210D1BAF-358C-4D74-B226-77A84CCF331D}"/>
              </a:ext>
            </a:extLst>
          </p:cNvPr>
          <p:cNvSpPr>
            <a:spLocks noGrp="1"/>
          </p:cNvSpPr>
          <p:nvPr>
            <p:ph type="body" sz="quarter" idx="28" hasCustomPrompt="1"/>
          </p:nvPr>
        </p:nvSpPr>
        <p:spPr>
          <a:xfrm>
            <a:off x="3692036" y="3376947"/>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4" name="テキスト プレースホルダー 2">
            <a:extLst>
              <a:ext uri="{FF2B5EF4-FFF2-40B4-BE49-F238E27FC236}">
                <a16:creationId xmlns:a16="http://schemas.microsoft.com/office/drawing/2014/main" id="{98217539-4191-4398-A632-08D9459F1D42}"/>
              </a:ext>
            </a:extLst>
          </p:cNvPr>
          <p:cNvSpPr>
            <a:spLocks noGrp="1"/>
          </p:cNvSpPr>
          <p:nvPr>
            <p:ph type="body" sz="quarter" idx="29" hasCustomPrompt="1"/>
          </p:nvPr>
        </p:nvSpPr>
        <p:spPr>
          <a:xfrm>
            <a:off x="3692036" y="4270845"/>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5" name="テキスト プレースホルダー 2">
            <a:extLst>
              <a:ext uri="{FF2B5EF4-FFF2-40B4-BE49-F238E27FC236}">
                <a16:creationId xmlns:a16="http://schemas.microsoft.com/office/drawing/2014/main" id="{61C817B3-AB2C-4034-85E9-761B1CE43FD9}"/>
              </a:ext>
            </a:extLst>
          </p:cNvPr>
          <p:cNvSpPr>
            <a:spLocks noGrp="1"/>
          </p:cNvSpPr>
          <p:nvPr>
            <p:ph type="body" sz="quarter" idx="30" hasCustomPrompt="1"/>
          </p:nvPr>
        </p:nvSpPr>
        <p:spPr>
          <a:xfrm>
            <a:off x="3692036" y="519752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6" name="テキスト プレースホルダー 2">
            <a:extLst>
              <a:ext uri="{FF2B5EF4-FFF2-40B4-BE49-F238E27FC236}">
                <a16:creationId xmlns:a16="http://schemas.microsoft.com/office/drawing/2014/main" id="{E9348EDF-E5E5-478C-B1F7-A246F27C6C91}"/>
              </a:ext>
            </a:extLst>
          </p:cNvPr>
          <p:cNvSpPr>
            <a:spLocks noGrp="1"/>
          </p:cNvSpPr>
          <p:nvPr>
            <p:ph type="body" sz="quarter" idx="31" hasCustomPrompt="1"/>
          </p:nvPr>
        </p:nvSpPr>
        <p:spPr>
          <a:xfrm>
            <a:off x="4258800" y="244812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7" name="テキスト プレースホルダー 2">
            <a:extLst>
              <a:ext uri="{FF2B5EF4-FFF2-40B4-BE49-F238E27FC236}">
                <a16:creationId xmlns:a16="http://schemas.microsoft.com/office/drawing/2014/main" id="{75DF6A8F-B0A8-4FCB-B88D-ECC6F41A6E8F}"/>
              </a:ext>
            </a:extLst>
          </p:cNvPr>
          <p:cNvSpPr>
            <a:spLocks noGrp="1"/>
          </p:cNvSpPr>
          <p:nvPr>
            <p:ph type="body" sz="quarter" idx="32" hasCustomPrompt="1"/>
          </p:nvPr>
        </p:nvSpPr>
        <p:spPr>
          <a:xfrm>
            <a:off x="4258799" y="3376947"/>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8" name="テキスト プレースホルダー 2">
            <a:extLst>
              <a:ext uri="{FF2B5EF4-FFF2-40B4-BE49-F238E27FC236}">
                <a16:creationId xmlns:a16="http://schemas.microsoft.com/office/drawing/2014/main" id="{C8B9AFA2-7F17-4318-ACAE-0BB4ACD1E732}"/>
              </a:ext>
            </a:extLst>
          </p:cNvPr>
          <p:cNvSpPr>
            <a:spLocks noGrp="1"/>
          </p:cNvSpPr>
          <p:nvPr>
            <p:ph type="body" sz="quarter" idx="33" hasCustomPrompt="1"/>
          </p:nvPr>
        </p:nvSpPr>
        <p:spPr>
          <a:xfrm>
            <a:off x="4258799" y="4270845"/>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9" name="テキスト プレースホルダー 2">
            <a:extLst>
              <a:ext uri="{FF2B5EF4-FFF2-40B4-BE49-F238E27FC236}">
                <a16:creationId xmlns:a16="http://schemas.microsoft.com/office/drawing/2014/main" id="{686D849D-2F9C-41E2-99D6-02014F7C1C2A}"/>
              </a:ext>
            </a:extLst>
          </p:cNvPr>
          <p:cNvSpPr>
            <a:spLocks noGrp="1"/>
          </p:cNvSpPr>
          <p:nvPr>
            <p:ph type="body" sz="quarter" idx="34" hasCustomPrompt="1"/>
          </p:nvPr>
        </p:nvSpPr>
        <p:spPr>
          <a:xfrm>
            <a:off x="4258799" y="519752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8" name="テキスト プレースホルダー 7">
            <a:extLst>
              <a:ext uri="{FF2B5EF4-FFF2-40B4-BE49-F238E27FC236}">
                <a16:creationId xmlns:a16="http://schemas.microsoft.com/office/drawing/2014/main" id="{99935838-EEB2-4961-AB4F-12EDE12DBE34}"/>
              </a:ext>
            </a:extLst>
          </p:cNvPr>
          <p:cNvSpPr>
            <a:spLocks noGrp="1"/>
          </p:cNvSpPr>
          <p:nvPr>
            <p:ph type="body" sz="quarter" idx="35" hasCustomPrompt="1"/>
          </p:nvPr>
        </p:nvSpPr>
        <p:spPr>
          <a:xfrm>
            <a:off x="4258800" y="1952836"/>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endParaRPr kumimoji="1" lang="en-US" altLang="ja-JP"/>
          </a:p>
        </p:txBody>
      </p:sp>
      <p:sp>
        <p:nvSpPr>
          <p:cNvPr id="31" name="テキスト プレースホルダー 7">
            <a:extLst>
              <a:ext uri="{FF2B5EF4-FFF2-40B4-BE49-F238E27FC236}">
                <a16:creationId xmlns:a16="http://schemas.microsoft.com/office/drawing/2014/main" id="{D492405F-3CBF-494B-9B68-E2BFEDDADA43}"/>
              </a:ext>
            </a:extLst>
          </p:cNvPr>
          <p:cNvSpPr>
            <a:spLocks noGrp="1"/>
          </p:cNvSpPr>
          <p:nvPr>
            <p:ph type="body" sz="quarter" idx="36" hasCustomPrompt="1"/>
          </p:nvPr>
        </p:nvSpPr>
        <p:spPr>
          <a:xfrm>
            <a:off x="4258800" y="4668567"/>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2" name="テキスト プレースホルダー 7">
            <a:extLst>
              <a:ext uri="{FF2B5EF4-FFF2-40B4-BE49-F238E27FC236}">
                <a16:creationId xmlns:a16="http://schemas.microsoft.com/office/drawing/2014/main" id="{220DAB49-9CEA-4DA3-B098-CB0485DA2E21}"/>
              </a:ext>
            </a:extLst>
          </p:cNvPr>
          <p:cNvSpPr>
            <a:spLocks noGrp="1"/>
          </p:cNvSpPr>
          <p:nvPr>
            <p:ph type="body" sz="quarter" idx="37" hasCustomPrompt="1"/>
          </p:nvPr>
        </p:nvSpPr>
        <p:spPr>
          <a:xfrm>
            <a:off x="4258800" y="3775951"/>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3" name="テキスト プレースホルダー 7">
            <a:extLst>
              <a:ext uri="{FF2B5EF4-FFF2-40B4-BE49-F238E27FC236}">
                <a16:creationId xmlns:a16="http://schemas.microsoft.com/office/drawing/2014/main" id="{75D5AF76-4033-4478-BC4B-8615FC544808}"/>
              </a:ext>
            </a:extLst>
          </p:cNvPr>
          <p:cNvSpPr>
            <a:spLocks noGrp="1"/>
          </p:cNvSpPr>
          <p:nvPr>
            <p:ph type="body" sz="quarter" idx="38" hasCustomPrompt="1"/>
          </p:nvPr>
        </p:nvSpPr>
        <p:spPr>
          <a:xfrm>
            <a:off x="4258800" y="2846592"/>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0" name="index">
            <a:extLst>
              <a:ext uri="{FF2B5EF4-FFF2-40B4-BE49-F238E27FC236}">
                <a16:creationId xmlns:a16="http://schemas.microsoft.com/office/drawing/2014/main" id="{6510BF36-DAE3-4A92-97F6-99922F1F38EE}"/>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447820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目次（10章）">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626FD9BC-9821-495C-A5B6-687931BB7F99}"/>
              </a:ext>
            </a:extLst>
          </p:cNvPr>
          <p:cNvSpPr>
            <a:spLocks noGrp="1"/>
          </p:cNvSpPr>
          <p:nvPr>
            <p:ph type="sldNum" sz="quarter" idx="50"/>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72" name="テキスト プレースホルダー 1">
            <a:extLst>
              <a:ext uri="{FF2B5EF4-FFF2-40B4-BE49-F238E27FC236}">
                <a16:creationId xmlns:a16="http://schemas.microsoft.com/office/drawing/2014/main" id="{4160C284-D432-4300-978B-1DC82F3EB454}"/>
              </a:ext>
            </a:extLst>
          </p:cNvPr>
          <p:cNvSpPr>
            <a:spLocks noGrp="1"/>
          </p:cNvSpPr>
          <p:nvPr>
            <p:ph type="body" sz="quarter" idx="10" hasCustomPrompt="1"/>
          </p:nvPr>
        </p:nvSpPr>
        <p:spPr>
          <a:xfrm>
            <a:off x="2565811" y="1550314"/>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3" name="テキスト プレースホルダー 1">
            <a:extLst>
              <a:ext uri="{FF2B5EF4-FFF2-40B4-BE49-F238E27FC236}">
                <a16:creationId xmlns:a16="http://schemas.microsoft.com/office/drawing/2014/main" id="{DB07DE29-75AD-4A24-B045-D064D9153579}"/>
              </a:ext>
            </a:extLst>
          </p:cNvPr>
          <p:cNvSpPr>
            <a:spLocks noGrp="1"/>
          </p:cNvSpPr>
          <p:nvPr>
            <p:ph type="body" sz="quarter" idx="13" hasCustomPrompt="1"/>
          </p:nvPr>
        </p:nvSpPr>
        <p:spPr>
          <a:xfrm>
            <a:off x="2565811" y="2351552"/>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4" name="テキスト プレースホルダー 1">
            <a:extLst>
              <a:ext uri="{FF2B5EF4-FFF2-40B4-BE49-F238E27FC236}">
                <a16:creationId xmlns:a16="http://schemas.microsoft.com/office/drawing/2014/main" id="{94B56440-66B4-436E-B422-344B6F0B50D7}"/>
              </a:ext>
            </a:extLst>
          </p:cNvPr>
          <p:cNvSpPr>
            <a:spLocks noGrp="1"/>
          </p:cNvSpPr>
          <p:nvPr>
            <p:ph type="body" sz="quarter" idx="16" hasCustomPrompt="1"/>
          </p:nvPr>
        </p:nvSpPr>
        <p:spPr>
          <a:xfrm>
            <a:off x="2565811" y="3150008"/>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5" name="テキスト プレースホルダー 1">
            <a:extLst>
              <a:ext uri="{FF2B5EF4-FFF2-40B4-BE49-F238E27FC236}">
                <a16:creationId xmlns:a16="http://schemas.microsoft.com/office/drawing/2014/main" id="{50E0995B-F2FA-424E-B4B2-6A391D09200E}"/>
              </a:ext>
            </a:extLst>
          </p:cNvPr>
          <p:cNvSpPr>
            <a:spLocks noGrp="1"/>
          </p:cNvSpPr>
          <p:nvPr>
            <p:ph type="body" sz="quarter" idx="19" hasCustomPrompt="1"/>
          </p:nvPr>
        </p:nvSpPr>
        <p:spPr>
          <a:xfrm>
            <a:off x="2565811" y="394846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6" name="テキスト プレースホルダー 1">
            <a:extLst>
              <a:ext uri="{FF2B5EF4-FFF2-40B4-BE49-F238E27FC236}">
                <a16:creationId xmlns:a16="http://schemas.microsoft.com/office/drawing/2014/main" id="{FF67AF05-2921-4163-9857-BE41DF54C65F}"/>
              </a:ext>
            </a:extLst>
          </p:cNvPr>
          <p:cNvSpPr>
            <a:spLocks noGrp="1"/>
          </p:cNvSpPr>
          <p:nvPr>
            <p:ph type="body" sz="quarter" idx="22" hasCustomPrompt="1"/>
          </p:nvPr>
        </p:nvSpPr>
        <p:spPr>
          <a:xfrm>
            <a:off x="2565811" y="474692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7" name="テキスト プレースホルダー 1">
            <a:extLst>
              <a:ext uri="{FF2B5EF4-FFF2-40B4-BE49-F238E27FC236}">
                <a16:creationId xmlns:a16="http://schemas.microsoft.com/office/drawing/2014/main" id="{24D6B509-B151-468E-ABBE-84B9C0F0EB5D}"/>
              </a:ext>
            </a:extLst>
          </p:cNvPr>
          <p:cNvSpPr>
            <a:spLocks noGrp="1"/>
          </p:cNvSpPr>
          <p:nvPr>
            <p:ph type="body" sz="quarter" idx="25" hasCustomPrompt="1"/>
          </p:nvPr>
        </p:nvSpPr>
        <p:spPr>
          <a:xfrm>
            <a:off x="7050051" y="1550314"/>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8" name="テキスト プレースホルダー 1">
            <a:extLst>
              <a:ext uri="{FF2B5EF4-FFF2-40B4-BE49-F238E27FC236}">
                <a16:creationId xmlns:a16="http://schemas.microsoft.com/office/drawing/2014/main" id="{B28EEDBA-4B3B-4317-A197-8FAFFFDA62D9}"/>
              </a:ext>
            </a:extLst>
          </p:cNvPr>
          <p:cNvSpPr>
            <a:spLocks noGrp="1"/>
          </p:cNvSpPr>
          <p:nvPr>
            <p:ph type="body" sz="quarter" idx="28" hasCustomPrompt="1"/>
          </p:nvPr>
        </p:nvSpPr>
        <p:spPr>
          <a:xfrm>
            <a:off x="7050051" y="2351552"/>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9" name="テキスト プレースホルダー 1">
            <a:extLst>
              <a:ext uri="{FF2B5EF4-FFF2-40B4-BE49-F238E27FC236}">
                <a16:creationId xmlns:a16="http://schemas.microsoft.com/office/drawing/2014/main" id="{F2B7F4AD-9179-4656-9188-330478F03454}"/>
              </a:ext>
            </a:extLst>
          </p:cNvPr>
          <p:cNvSpPr>
            <a:spLocks noGrp="1"/>
          </p:cNvSpPr>
          <p:nvPr>
            <p:ph type="body" sz="quarter" idx="31" hasCustomPrompt="1"/>
          </p:nvPr>
        </p:nvSpPr>
        <p:spPr>
          <a:xfrm>
            <a:off x="7050051" y="3150008"/>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80" name="テキスト プレースホルダー 1">
            <a:extLst>
              <a:ext uri="{FF2B5EF4-FFF2-40B4-BE49-F238E27FC236}">
                <a16:creationId xmlns:a16="http://schemas.microsoft.com/office/drawing/2014/main" id="{4806C906-5EB2-4E3F-8382-C8CE063698C8}"/>
              </a:ext>
            </a:extLst>
          </p:cNvPr>
          <p:cNvSpPr>
            <a:spLocks noGrp="1"/>
          </p:cNvSpPr>
          <p:nvPr>
            <p:ph type="body" sz="quarter" idx="34" hasCustomPrompt="1"/>
          </p:nvPr>
        </p:nvSpPr>
        <p:spPr>
          <a:xfrm>
            <a:off x="7050051" y="394846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81" name="テキスト プレースホルダー 1">
            <a:extLst>
              <a:ext uri="{FF2B5EF4-FFF2-40B4-BE49-F238E27FC236}">
                <a16:creationId xmlns:a16="http://schemas.microsoft.com/office/drawing/2014/main" id="{4BCF4456-B944-4ABF-B434-1A3316198473}"/>
              </a:ext>
            </a:extLst>
          </p:cNvPr>
          <p:cNvSpPr>
            <a:spLocks noGrp="1"/>
          </p:cNvSpPr>
          <p:nvPr>
            <p:ph type="body" sz="quarter" idx="37" hasCustomPrompt="1"/>
          </p:nvPr>
        </p:nvSpPr>
        <p:spPr>
          <a:xfrm>
            <a:off x="7048720" y="474692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3036160" y="1550314"/>
            <a:ext cx="3779920" cy="40011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3" name="テキスト プレースホルダー 2">
            <a:extLst>
              <a:ext uri="{FF2B5EF4-FFF2-40B4-BE49-F238E27FC236}">
                <a16:creationId xmlns:a16="http://schemas.microsoft.com/office/drawing/2014/main" id="{ACF08181-590A-46B8-9498-504B64C96787}"/>
              </a:ext>
            </a:extLst>
          </p:cNvPr>
          <p:cNvSpPr>
            <a:spLocks noGrp="1"/>
          </p:cNvSpPr>
          <p:nvPr>
            <p:ph type="body" sz="quarter" idx="23" hasCustomPrompt="1"/>
          </p:nvPr>
        </p:nvSpPr>
        <p:spPr>
          <a:xfrm>
            <a:off x="3036160" y="2351552"/>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9" name="テキスト プレースホルダー 2">
            <a:extLst>
              <a:ext uri="{FF2B5EF4-FFF2-40B4-BE49-F238E27FC236}">
                <a16:creationId xmlns:a16="http://schemas.microsoft.com/office/drawing/2014/main" id="{E13B2CD3-268F-443E-AC84-0C0221B37FDD}"/>
              </a:ext>
            </a:extLst>
          </p:cNvPr>
          <p:cNvSpPr>
            <a:spLocks noGrp="1"/>
          </p:cNvSpPr>
          <p:nvPr>
            <p:ph type="body" sz="quarter" idx="26" hasCustomPrompt="1"/>
          </p:nvPr>
        </p:nvSpPr>
        <p:spPr>
          <a:xfrm>
            <a:off x="3036160" y="3150008"/>
            <a:ext cx="3779920" cy="40011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2" name="テキスト プレースホルダー 2">
            <a:extLst>
              <a:ext uri="{FF2B5EF4-FFF2-40B4-BE49-F238E27FC236}">
                <a16:creationId xmlns:a16="http://schemas.microsoft.com/office/drawing/2014/main" id="{9E728612-87FF-4242-BBD2-B23F100AEC02}"/>
              </a:ext>
            </a:extLst>
          </p:cNvPr>
          <p:cNvSpPr>
            <a:spLocks noGrp="1"/>
          </p:cNvSpPr>
          <p:nvPr>
            <p:ph type="body" sz="quarter" idx="29" hasCustomPrompt="1"/>
          </p:nvPr>
        </p:nvSpPr>
        <p:spPr>
          <a:xfrm>
            <a:off x="3036160" y="3948465"/>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5" name="テキスト プレースホルダー 2">
            <a:extLst>
              <a:ext uri="{FF2B5EF4-FFF2-40B4-BE49-F238E27FC236}">
                <a16:creationId xmlns:a16="http://schemas.microsoft.com/office/drawing/2014/main" id="{80D2EB15-EA38-4A26-B00D-97A91F2C8E23}"/>
              </a:ext>
            </a:extLst>
          </p:cNvPr>
          <p:cNvSpPr>
            <a:spLocks noGrp="1"/>
          </p:cNvSpPr>
          <p:nvPr>
            <p:ph type="body" sz="quarter" idx="32" hasCustomPrompt="1"/>
          </p:nvPr>
        </p:nvSpPr>
        <p:spPr>
          <a:xfrm>
            <a:off x="3036160" y="4746922"/>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8" name="テキスト プレースホルダー 2">
            <a:extLst>
              <a:ext uri="{FF2B5EF4-FFF2-40B4-BE49-F238E27FC236}">
                <a16:creationId xmlns:a16="http://schemas.microsoft.com/office/drawing/2014/main" id="{3047061A-2B7C-461E-8289-ED99136E794C}"/>
              </a:ext>
            </a:extLst>
          </p:cNvPr>
          <p:cNvSpPr>
            <a:spLocks noGrp="1"/>
          </p:cNvSpPr>
          <p:nvPr>
            <p:ph type="body" sz="quarter" idx="35" hasCustomPrompt="1"/>
          </p:nvPr>
        </p:nvSpPr>
        <p:spPr>
          <a:xfrm>
            <a:off x="753616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1" name="テキスト プレースホルダー 2">
            <a:extLst>
              <a:ext uri="{FF2B5EF4-FFF2-40B4-BE49-F238E27FC236}">
                <a16:creationId xmlns:a16="http://schemas.microsoft.com/office/drawing/2014/main" id="{709DD37F-224A-4BAE-9956-71BB528C76ED}"/>
              </a:ext>
            </a:extLst>
          </p:cNvPr>
          <p:cNvSpPr>
            <a:spLocks noGrp="1"/>
          </p:cNvSpPr>
          <p:nvPr>
            <p:ph type="body" sz="quarter" idx="38" hasCustomPrompt="1"/>
          </p:nvPr>
        </p:nvSpPr>
        <p:spPr>
          <a:xfrm>
            <a:off x="7536160" y="235155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4" name="テキスト プレースホルダー 2">
            <a:extLst>
              <a:ext uri="{FF2B5EF4-FFF2-40B4-BE49-F238E27FC236}">
                <a16:creationId xmlns:a16="http://schemas.microsoft.com/office/drawing/2014/main" id="{FF7EEFFA-2809-4FF6-8BC1-114ADCE835B7}"/>
              </a:ext>
            </a:extLst>
          </p:cNvPr>
          <p:cNvSpPr>
            <a:spLocks noGrp="1"/>
          </p:cNvSpPr>
          <p:nvPr>
            <p:ph type="body" sz="quarter" idx="41" hasCustomPrompt="1"/>
          </p:nvPr>
        </p:nvSpPr>
        <p:spPr>
          <a:xfrm>
            <a:off x="7536160" y="315000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7" name="テキスト プレースホルダー 2">
            <a:extLst>
              <a:ext uri="{FF2B5EF4-FFF2-40B4-BE49-F238E27FC236}">
                <a16:creationId xmlns:a16="http://schemas.microsoft.com/office/drawing/2014/main" id="{704FB3F1-5B31-484D-B4F4-16B4EC025DFB}"/>
              </a:ext>
            </a:extLst>
          </p:cNvPr>
          <p:cNvSpPr>
            <a:spLocks noGrp="1"/>
          </p:cNvSpPr>
          <p:nvPr>
            <p:ph type="body" sz="quarter" idx="44" hasCustomPrompt="1"/>
          </p:nvPr>
        </p:nvSpPr>
        <p:spPr>
          <a:xfrm>
            <a:off x="7536160" y="394846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0" name="テキスト プレースホルダー 2">
            <a:extLst>
              <a:ext uri="{FF2B5EF4-FFF2-40B4-BE49-F238E27FC236}">
                <a16:creationId xmlns:a16="http://schemas.microsoft.com/office/drawing/2014/main" id="{C1F4E01A-3AE8-492F-8059-80608280B942}"/>
              </a:ext>
            </a:extLst>
          </p:cNvPr>
          <p:cNvSpPr>
            <a:spLocks noGrp="1"/>
          </p:cNvSpPr>
          <p:nvPr>
            <p:ph type="body" sz="quarter" idx="47" hasCustomPrompt="1"/>
          </p:nvPr>
        </p:nvSpPr>
        <p:spPr>
          <a:xfrm>
            <a:off x="7536160" y="474692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6" name="index">
            <a:extLst>
              <a:ext uri="{FF2B5EF4-FFF2-40B4-BE49-F238E27FC236}">
                <a16:creationId xmlns:a16="http://schemas.microsoft.com/office/drawing/2014/main" id="{6BB72FD5-47D0-4A7C-A533-558C3815C885}"/>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24299042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次（10章）_補足あり">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653E2FB4-7230-4394-948D-A156C3582E22}"/>
              </a:ext>
            </a:extLst>
          </p:cNvPr>
          <p:cNvSpPr>
            <a:spLocks noGrp="1"/>
          </p:cNvSpPr>
          <p:nvPr>
            <p:ph type="sldNum" sz="quarter" idx="42"/>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5" name="タイトル 1">
            <a:extLst>
              <a:ext uri="{FF2B5EF4-FFF2-40B4-BE49-F238E27FC236}">
                <a16:creationId xmlns:a16="http://schemas.microsoft.com/office/drawing/2014/main" id="{9C258846-9494-4ADB-BF93-DE1791720BBC}"/>
              </a:ext>
            </a:extLst>
          </p:cNvPr>
          <p:cNvSpPr txBox="1">
            <a:spLocks/>
          </p:cNvSpPr>
          <p:nvPr userDrawn="1"/>
        </p:nvSpPr>
        <p:spPr>
          <a:xfrm>
            <a:off x="229303" y="1722489"/>
            <a:ext cx="1579744" cy="698784"/>
          </a:xfrm>
          <a:prstGeom prst="rect">
            <a:avLst/>
          </a:prstGeom>
        </p:spPr>
        <p:txBody>
          <a:bodyPr/>
          <a:lstStyle>
            <a:lvl1pPr algn="l" defTabSz="914377" rtl="0" eaLnBrk="1" latinLnBrk="0" hangingPunct="1">
              <a:lnSpc>
                <a:spcPct val="90000"/>
              </a:lnSpc>
              <a:spcBef>
                <a:spcPct val="0"/>
              </a:spcBef>
              <a:buNone/>
              <a:defRPr kumimoji="1" sz="3000" kern="1200">
                <a:solidFill>
                  <a:schemeClr val="accent1"/>
                </a:solidFill>
                <a:latin typeface="+mj-lt"/>
                <a:ea typeface="+mj-ea"/>
                <a:cs typeface="+mj-cs"/>
              </a:defRPr>
            </a:lvl1pPr>
          </a:lstStyle>
          <a:p>
            <a:r>
              <a:rPr lang="en-US" altLang="ja-JP" sz="3600" dirty="0">
                <a:solidFill>
                  <a:schemeClr val="bg1"/>
                </a:solidFill>
              </a:rPr>
              <a:t>Index</a:t>
            </a:r>
            <a:endParaRPr lang="ja-JP" altLang="en-US" sz="3600" dirty="0">
              <a:solidFill>
                <a:schemeClr val="bg1"/>
              </a:solidFill>
            </a:endParaRPr>
          </a:p>
        </p:txBody>
      </p:sp>
      <p:sp>
        <p:nvSpPr>
          <p:cNvPr id="101" name="テキスト プレースホルダー 3">
            <a:extLst>
              <a:ext uri="{FF2B5EF4-FFF2-40B4-BE49-F238E27FC236}">
                <a16:creationId xmlns:a16="http://schemas.microsoft.com/office/drawing/2014/main" id="{77611675-D208-4161-B077-36465CCA39F5}"/>
              </a:ext>
            </a:extLst>
          </p:cNvPr>
          <p:cNvSpPr>
            <a:spLocks noGrp="1"/>
          </p:cNvSpPr>
          <p:nvPr>
            <p:ph type="body" sz="quarter" idx="12" hasCustomPrompt="1"/>
          </p:nvPr>
        </p:nvSpPr>
        <p:spPr>
          <a:xfrm>
            <a:off x="3036160" y="1900082"/>
            <a:ext cx="3780000" cy="464038"/>
          </a:xfrm>
          <a:prstGeom prst="rect">
            <a:avLst/>
          </a:prstGeom>
        </p:spPr>
        <p:txBody>
          <a:bodyPr wrap="square">
            <a:noAutofit/>
          </a:bodyPr>
          <a:lstStyle>
            <a:lvl1pPr marL="0" marR="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sz="1200">
                <a:solidFill>
                  <a:schemeClr val="tx1"/>
                </a:solidFill>
              </a:defRPr>
            </a:lvl1pPr>
            <a:lvl2pPr>
              <a:defRPr sz="2000"/>
            </a:lvl2pPr>
            <a:lvl3pPr>
              <a:defRPr sz="2000"/>
            </a:lvl3pPr>
            <a:lvl4pPr>
              <a:defRPr sz="2000"/>
            </a:lvl4pPr>
            <a:lvl5pPr>
              <a:defRPr sz="2000"/>
            </a:lvl5pPr>
          </a:lstStyle>
          <a:p>
            <a:pPr marL="0" marR="0" lvl="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a:pPr>
            <a:r>
              <a:rPr kumimoji="1" lang="ja-JP" altLang="en-US" dirty="0"/>
              <a:t>補足の文章が必要な場合はこちらに入れてください。</a:t>
            </a:r>
            <a:endParaRPr kumimoji="1" lang="en-US" altLang="ja-JP" dirty="0"/>
          </a:p>
          <a:p>
            <a:pPr marL="0" marR="0" lvl="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a:pPr>
            <a:endParaRPr kumimoji="1" lang="en-US" altLang="ja-JP" dirty="0"/>
          </a:p>
        </p:txBody>
      </p:sp>
      <p:sp>
        <p:nvSpPr>
          <p:cNvPr id="104" name="テキスト プレースホルダー 3">
            <a:extLst>
              <a:ext uri="{FF2B5EF4-FFF2-40B4-BE49-F238E27FC236}">
                <a16:creationId xmlns:a16="http://schemas.microsoft.com/office/drawing/2014/main" id="{AA3C1EDF-7174-4AFE-A558-C78BC9B981AF}"/>
              </a:ext>
            </a:extLst>
          </p:cNvPr>
          <p:cNvSpPr>
            <a:spLocks noGrp="1"/>
          </p:cNvSpPr>
          <p:nvPr>
            <p:ph type="body" sz="quarter" idx="15" hasCustomPrompt="1"/>
          </p:nvPr>
        </p:nvSpPr>
        <p:spPr>
          <a:xfrm>
            <a:off x="3036160" y="2845120"/>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07" name="テキスト プレースホルダー 3">
            <a:extLst>
              <a:ext uri="{FF2B5EF4-FFF2-40B4-BE49-F238E27FC236}">
                <a16:creationId xmlns:a16="http://schemas.microsoft.com/office/drawing/2014/main" id="{ED569C0C-212F-4F64-B32F-E2E4A996C430}"/>
              </a:ext>
            </a:extLst>
          </p:cNvPr>
          <p:cNvSpPr>
            <a:spLocks noGrp="1"/>
          </p:cNvSpPr>
          <p:nvPr>
            <p:ph type="body" sz="quarter" idx="18" hasCustomPrompt="1"/>
          </p:nvPr>
        </p:nvSpPr>
        <p:spPr>
          <a:xfrm>
            <a:off x="3036160" y="380486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10" name="テキスト プレースホルダー 3">
            <a:extLst>
              <a:ext uri="{FF2B5EF4-FFF2-40B4-BE49-F238E27FC236}">
                <a16:creationId xmlns:a16="http://schemas.microsoft.com/office/drawing/2014/main" id="{CDB4B8D4-38EE-4BE9-90FF-7FC80195C46F}"/>
              </a:ext>
            </a:extLst>
          </p:cNvPr>
          <p:cNvSpPr>
            <a:spLocks noGrp="1"/>
          </p:cNvSpPr>
          <p:nvPr>
            <p:ph type="body" sz="quarter" idx="21" hasCustomPrompt="1"/>
          </p:nvPr>
        </p:nvSpPr>
        <p:spPr>
          <a:xfrm>
            <a:off x="3036160" y="4751623"/>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48" name="テキスト プレースホルダー 3">
            <a:extLst>
              <a:ext uri="{FF2B5EF4-FFF2-40B4-BE49-F238E27FC236}">
                <a16:creationId xmlns:a16="http://schemas.microsoft.com/office/drawing/2014/main" id="{996558BC-532F-4425-AAC1-818B2285CB25}"/>
              </a:ext>
            </a:extLst>
          </p:cNvPr>
          <p:cNvSpPr>
            <a:spLocks noGrp="1"/>
          </p:cNvSpPr>
          <p:nvPr>
            <p:ph type="body" sz="quarter" idx="24" hasCustomPrompt="1"/>
          </p:nvPr>
        </p:nvSpPr>
        <p:spPr>
          <a:xfrm>
            <a:off x="3036160" y="564787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51" name="テキスト プレースホルダー 3">
            <a:extLst>
              <a:ext uri="{FF2B5EF4-FFF2-40B4-BE49-F238E27FC236}">
                <a16:creationId xmlns:a16="http://schemas.microsoft.com/office/drawing/2014/main" id="{430F4F5C-837C-4737-8E6E-1DC3D5C48291}"/>
              </a:ext>
            </a:extLst>
          </p:cNvPr>
          <p:cNvSpPr>
            <a:spLocks noGrp="1"/>
          </p:cNvSpPr>
          <p:nvPr>
            <p:ph type="body" sz="quarter" idx="27" hasCustomPrompt="1"/>
          </p:nvPr>
        </p:nvSpPr>
        <p:spPr>
          <a:xfrm>
            <a:off x="7531200" y="18875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54" name="テキスト プレースホルダー 3">
            <a:extLst>
              <a:ext uri="{FF2B5EF4-FFF2-40B4-BE49-F238E27FC236}">
                <a16:creationId xmlns:a16="http://schemas.microsoft.com/office/drawing/2014/main" id="{567933FA-67A8-4227-9369-7ED126D05FA8}"/>
              </a:ext>
            </a:extLst>
          </p:cNvPr>
          <p:cNvSpPr>
            <a:spLocks noGrp="1"/>
          </p:cNvSpPr>
          <p:nvPr>
            <p:ph type="body" sz="quarter" idx="30" hasCustomPrompt="1"/>
          </p:nvPr>
        </p:nvSpPr>
        <p:spPr>
          <a:xfrm>
            <a:off x="7531200" y="2833233"/>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57" name="テキスト プレースホルダー 3">
            <a:extLst>
              <a:ext uri="{FF2B5EF4-FFF2-40B4-BE49-F238E27FC236}">
                <a16:creationId xmlns:a16="http://schemas.microsoft.com/office/drawing/2014/main" id="{1EC88818-BD48-468A-BF09-674DE51B21A6}"/>
              </a:ext>
            </a:extLst>
          </p:cNvPr>
          <p:cNvSpPr>
            <a:spLocks noGrp="1"/>
          </p:cNvSpPr>
          <p:nvPr>
            <p:ph type="body" sz="quarter" idx="33" hasCustomPrompt="1"/>
          </p:nvPr>
        </p:nvSpPr>
        <p:spPr>
          <a:xfrm>
            <a:off x="7531200" y="37919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60" name="テキスト プレースホルダー 3">
            <a:extLst>
              <a:ext uri="{FF2B5EF4-FFF2-40B4-BE49-F238E27FC236}">
                <a16:creationId xmlns:a16="http://schemas.microsoft.com/office/drawing/2014/main" id="{46DDF193-5587-4207-8857-E80F3A1F3C01}"/>
              </a:ext>
            </a:extLst>
          </p:cNvPr>
          <p:cNvSpPr>
            <a:spLocks noGrp="1"/>
          </p:cNvSpPr>
          <p:nvPr>
            <p:ph type="body" sz="quarter" idx="36" hasCustomPrompt="1"/>
          </p:nvPr>
        </p:nvSpPr>
        <p:spPr>
          <a:xfrm>
            <a:off x="7531200" y="47387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63" name="テキスト プレースホルダー 3">
            <a:extLst>
              <a:ext uri="{FF2B5EF4-FFF2-40B4-BE49-F238E27FC236}">
                <a16:creationId xmlns:a16="http://schemas.microsoft.com/office/drawing/2014/main" id="{E9FB1D9C-FAF4-46EB-A9FB-F723BF240817}"/>
              </a:ext>
            </a:extLst>
          </p:cNvPr>
          <p:cNvSpPr>
            <a:spLocks noGrp="1"/>
          </p:cNvSpPr>
          <p:nvPr>
            <p:ph type="body" sz="quarter" idx="39" hasCustomPrompt="1"/>
          </p:nvPr>
        </p:nvSpPr>
        <p:spPr>
          <a:xfrm>
            <a:off x="7531200" y="564787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36" name="テキスト プレースホルダー 1">
            <a:extLst>
              <a:ext uri="{FF2B5EF4-FFF2-40B4-BE49-F238E27FC236}">
                <a16:creationId xmlns:a16="http://schemas.microsoft.com/office/drawing/2014/main" id="{4160C284-D432-4300-978B-1DC82F3EB454}"/>
              </a:ext>
            </a:extLst>
          </p:cNvPr>
          <p:cNvSpPr>
            <a:spLocks noGrp="1"/>
          </p:cNvSpPr>
          <p:nvPr>
            <p:ph type="body" sz="quarter" idx="10" hasCustomPrompt="1"/>
          </p:nvPr>
        </p:nvSpPr>
        <p:spPr>
          <a:xfrm>
            <a:off x="2565811" y="1550314"/>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7" name="テキスト プレースホルダー 1">
            <a:extLst>
              <a:ext uri="{FF2B5EF4-FFF2-40B4-BE49-F238E27FC236}">
                <a16:creationId xmlns:a16="http://schemas.microsoft.com/office/drawing/2014/main" id="{DB07DE29-75AD-4A24-B045-D064D9153579}"/>
              </a:ext>
            </a:extLst>
          </p:cNvPr>
          <p:cNvSpPr>
            <a:spLocks noGrp="1"/>
          </p:cNvSpPr>
          <p:nvPr>
            <p:ph type="body" sz="quarter" idx="13" hasCustomPrompt="1"/>
          </p:nvPr>
        </p:nvSpPr>
        <p:spPr>
          <a:xfrm>
            <a:off x="2565811" y="2492896"/>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8" name="テキスト プレースホルダー 1">
            <a:extLst>
              <a:ext uri="{FF2B5EF4-FFF2-40B4-BE49-F238E27FC236}">
                <a16:creationId xmlns:a16="http://schemas.microsoft.com/office/drawing/2014/main" id="{94B56440-66B4-436E-B422-344B6F0B50D7}"/>
              </a:ext>
            </a:extLst>
          </p:cNvPr>
          <p:cNvSpPr>
            <a:spLocks noGrp="1"/>
          </p:cNvSpPr>
          <p:nvPr>
            <p:ph type="body" sz="quarter" idx="16" hasCustomPrompt="1"/>
          </p:nvPr>
        </p:nvSpPr>
        <p:spPr>
          <a:xfrm>
            <a:off x="2565811" y="344448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9" name="テキスト プレースホルダー 1">
            <a:extLst>
              <a:ext uri="{FF2B5EF4-FFF2-40B4-BE49-F238E27FC236}">
                <a16:creationId xmlns:a16="http://schemas.microsoft.com/office/drawing/2014/main" id="{50E0995B-F2FA-424E-B4B2-6A391D09200E}"/>
              </a:ext>
            </a:extLst>
          </p:cNvPr>
          <p:cNvSpPr>
            <a:spLocks noGrp="1"/>
          </p:cNvSpPr>
          <p:nvPr>
            <p:ph type="body" sz="quarter" idx="19" hasCustomPrompt="1"/>
          </p:nvPr>
        </p:nvSpPr>
        <p:spPr>
          <a:xfrm>
            <a:off x="2565811" y="437460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0" name="テキスト プレースホルダー 1">
            <a:extLst>
              <a:ext uri="{FF2B5EF4-FFF2-40B4-BE49-F238E27FC236}">
                <a16:creationId xmlns:a16="http://schemas.microsoft.com/office/drawing/2014/main" id="{FF67AF05-2921-4163-9857-BE41DF54C65F}"/>
              </a:ext>
            </a:extLst>
          </p:cNvPr>
          <p:cNvSpPr>
            <a:spLocks noGrp="1"/>
          </p:cNvSpPr>
          <p:nvPr>
            <p:ph type="body" sz="quarter" idx="22" hasCustomPrompt="1"/>
          </p:nvPr>
        </p:nvSpPr>
        <p:spPr>
          <a:xfrm>
            <a:off x="2565811" y="5304728"/>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1" name="テキスト プレースホルダー 1">
            <a:extLst>
              <a:ext uri="{FF2B5EF4-FFF2-40B4-BE49-F238E27FC236}">
                <a16:creationId xmlns:a16="http://schemas.microsoft.com/office/drawing/2014/main" id="{24D6B509-B151-468E-ABBE-84B9C0F0EB5D}"/>
              </a:ext>
            </a:extLst>
          </p:cNvPr>
          <p:cNvSpPr>
            <a:spLocks noGrp="1"/>
          </p:cNvSpPr>
          <p:nvPr>
            <p:ph type="body" sz="quarter" idx="25" hasCustomPrompt="1"/>
          </p:nvPr>
        </p:nvSpPr>
        <p:spPr>
          <a:xfrm>
            <a:off x="7050051" y="1550314"/>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2" name="テキスト プレースホルダー 1">
            <a:extLst>
              <a:ext uri="{FF2B5EF4-FFF2-40B4-BE49-F238E27FC236}">
                <a16:creationId xmlns:a16="http://schemas.microsoft.com/office/drawing/2014/main" id="{B28EEDBA-4B3B-4317-A197-8FAFFFDA62D9}"/>
              </a:ext>
            </a:extLst>
          </p:cNvPr>
          <p:cNvSpPr>
            <a:spLocks noGrp="1"/>
          </p:cNvSpPr>
          <p:nvPr>
            <p:ph type="body" sz="quarter" idx="28" hasCustomPrompt="1"/>
          </p:nvPr>
        </p:nvSpPr>
        <p:spPr>
          <a:xfrm>
            <a:off x="7050051" y="2492896"/>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3" name="テキスト プレースホルダー 1">
            <a:extLst>
              <a:ext uri="{FF2B5EF4-FFF2-40B4-BE49-F238E27FC236}">
                <a16:creationId xmlns:a16="http://schemas.microsoft.com/office/drawing/2014/main" id="{F2B7F4AD-9179-4656-9188-330478F03454}"/>
              </a:ext>
            </a:extLst>
          </p:cNvPr>
          <p:cNvSpPr>
            <a:spLocks noGrp="1"/>
          </p:cNvSpPr>
          <p:nvPr>
            <p:ph type="body" sz="quarter" idx="31" hasCustomPrompt="1"/>
          </p:nvPr>
        </p:nvSpPr>
        <p:spPr>
          <a:xfrm>
            <a:off x="7050051" y="344448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4" name="テキスト プレースホルダー 1">
            <a:extLst>
              <a:ext uri="{FF2B5EF4-FFF2-40B4-BE49-F238E27FC236}">
                <a16:creationId xmlns:a16="http://schemas.microsoft.com/office/drawing/2014/main" id="{4806C906-5EB2-4E3F-8382-C8CE063698C8}"/>
              </a:ext>
            </a:extLst>
          </p:cNvPr>
          <p:cNvSpPr>
            <a:spLocks noGrp="1"/>
          </p:cNvSpPr>
          <p:nvPr>
            <p:ph type="body" sz="quarter" idx="34" hasCustomPrompt="1"/>
          </p:nvPr>
        </p:nvSpPr>
        <p:spPr>
          <a:xfrm>
            <a:off x="7050051" y="437460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5" name="テキスト プレースホルダー 1">
            <a:extLst>
              <a:ext uri="{FF2B5EF4-FFF2-40B4-BE49-F238E27FC236}">
                <a16:creationId xmlns:a16="http://schemas.microsoft.com/office/drawing/2014/main" id="{4BCF4456-B944-4ABF-B434-1A3316198473}"/>
              </a:ext>
            </a:extLst>
          </p:cNvPr>
          <p:cNvSpPr>
            <a:spLocks noGrp="1"/>
          </p:cNvSpPr>
          <p:nvPr>
            <p:ph type="body" sz="quarter" idx="37" hasCustomPrompt="1"/>
          </p:nvPr>
        </p:nvSpPr>
        <p:spPr>
          <a:xfrm>
            <a:off x="7048720" y="5304728"/>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6"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303616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7" name="テキスト プレースホルダー 2">
            <a:extLst>
              <a:ext uri="{FF2B5EF4-FFF2-40B4-BE49-F238E27FC236}">
                <a16:creationId xmlns:a16="http://schemas.microsoft.com/office/drawing/2014/main" id="{ACF08181-590A-46B8-9498-504B64C96787}"/>
              </a:ext>
            </a:extLst>
          </p:cNvPr>
          <p:cNvSpPr>
            <a:spLocks noGrp="1"/>
          </p:cNvSpPr>
          <p:nvPr>
            <p:ph type="body" sz="quarter" idx="23" hasCustomPrompt="1"/>
          </p:nvPr>
        </p:nvSpPr>
        <p:spPr>
          <a:xfrm>
            <a:off x="3036160" y="2492896"/>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8" name="テキスト プレースホルダー 2">
            <a:extLst>
              <a:ext uri="{FF2B5EF4-FFF2-40B4-BE49-F238E27FC236}">
                <a16:creationId xmlns:a16="http://schemas.microsoft.com/office/drawing/2014/main" id="{E13B2CD3-268F-443E-AC84-0C0221B37FDD}"/>
              </a:ext>
            </a:extLst>
          </p:cNvPr>
          <p:cNvSpPr>
            <a:spLocks noGrp="1"/>
          </p:cNvSpPr>
          <p:nvPr>
            <p:ph type="body" sz="quarter" idx="26" hasCustomPrompt="1"/>
          </p:nvPr>
        </p:nvSpPr>
        <p:spPr>
          <a:xfrm>
            <a:off x="3036160" y="344448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a:t>目次サンプル</a:t>
            </a:r>
          </a:p>
        </p:txBody>
      </p:sp>
      <p:sp>
        <p:nvSpPr>
          <p:cNvPr id="49" name="テキスト プレースホルダー 2">
            <a:extLst>
              <a:ext uri="{FF2B5EF4-FFF2-40B4-BE49-F238E27FC236}">
                <a16:creationId xmlns:a16="http://schemas.microsoft.com/office/drawing/2014/main" id="{9E728612-87FF-4242-BBD2-B23F100AEC02}"/>
              </a:ext>
            </a:extLst>
          </p:cNvPr>
          <p:cNvSpPr>
            <a:spLocks noGrp="1"/>
          </p:cNvSpPr>
          <p:nvPr>
            <p:ph type="body" sz="quarter" idx="29" hasCustomPrompt="1"/>
          </p:nvPr>
        </p:nvSpPr>
        <p:spPr>
          <a:xfrm>
            <a:off x="3036160" y="437460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0" name="テキスト プレースホルダー 2">
            <a:extLst>
              <a:ext uri="{FF2B5EF4-FFF2-40B4-BE49-F238E27FC236}">
                <a16:creationId xmlns:a16="http://schemas.microsoft.com/office/drawing/2014/main" id="{80D2EB15-EA38-4A26-B00D-97A91F2C8E23}"/>
              </a:ext>
            </a:extLst>
          </p:cNvPr>
          <p:cNvSpPr>
            <a:spLocks noGrp="1"/>
          </p:cNvSpPr>
          <p:nvPr>
            <p:ph type="body" sz="quarter" idx="32" hasCustomPrompt="1"/>
          </p:nvPr>
        </p:nvSpPr>
        <p:spPr>
          <a:xfrm>
            <a:off x="3036160" y="530472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a:t>目次サンプル</a:t>
            </a:r>
          </a:p>
        </p:txBody>
      </p:sp>
      <p:sp>
        <p:nvSpPr>
          <p:cNvPr id="51" name="テキスト プレースホルダー 2">
            <a:extLst>
              <a:ext uri="{FF2B5EF4-FFF2-40B4-BE49-F238E27FC236}">
                <a16:creationId xmlns:a16="http://schemas.microsoft.com/office/drawing/2014/main" id="{3047061A-2B7C-461E-8289-ED99136E794C}"/>
              </a:ext>
            </a:extLst>
          </p:cNvPr>
          <p:cNvSpPr>
            <a:spLocks noGrp="1"/>
          </p:cNvSpPr>
          <p:nvPr>
            <p:ph type="body" sz="quarter" idx="35" hasCustomPrompt="1"/>
          </p:nvPr>
        </p:nvSpPr>
        <p:spPr>
          <a:xfrm>
            <a:off x="753120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2" name="テキスト プレースホルダー 2">
            <a:extLst>
              <a:ext uri="{FF2B5EF4-FFF2-40B4-BE49-F238E27FC236}">
                <a16:creationId xmlns:a16="http://schemas.microsoft.com/office/drawing/2014/main" id="{709DD37F-224A-4BAE-9956-71BB528C76ED}"/>
              </a:ext>
            </a:extLst>
          </p:cNvPr>
          <p:cNvSpPr>
            <a:spLocks noGrp="1"/>
          </p:cNvSpPr>
          <p:nvPr>
            <p:ph type="body" sz="quarter" idx="38" hasCustomPrompt="1"/>
          </p:nvPr>
        </p:nvSpPr>
        <p:spPr>
          <a:xfrm>
            <a:off x="7531200" y="2492896"/>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3" name="テキスト プレースホルダー 2">
            <a:extLst>
              <a:ext uri="{FF2B5EF4-FFF2-40B4-BE49-F238E27FC236}">
                <a16:creationId xmlns:a16="http://schemas.microsoft.com/office/drawing/2014/main" id="{FF7EEFFA-2809-4FF6-8BC1-114ADCE835B7}"/>
              </a:ext>
            </a:extLst>
          </p:cNvPr>
          <p:cNvSpPr>
            <a:spLocks noGrp="1"/>
          </p:cNvSpPr>
          <p:nvPr>
            <p:ph type="body" sz="quarter" idx="41" hasCustomPrompt="1"/>
          </p:nvPr>
        </p:nvSpPr>
        <p:spPr>
          <a:xfrm>
            <a:off x="7531200" y="344448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4" name="テキスト プレースホルダー 2">
            <a:extLst>
              <a:ext uri="{FF2B5EF4-FFF2-40B4-BE49-F238E27FC236}">
                <a16:creationId xmlns:a16="http://schemas.microsoft.com/office/drawing/2014/main" id="{704FB3F1-5B31-484D-B4F4-16B4EC025DFB}"/>
              </a:ext>
            </a:extLst>
          </p:cNvPr>
          <p:cNvSpPr>
            <a:spLocks noGrp="1"/>
          </p:cNvSpPr>
          <p:nvPr>
            <p:ph type="body" sz="quarter" idx="44" hasCustomPrompt="1"/>
          </p:nvPr>
        </p:nvSpPr>
        <p:spPr>
          <a:xfrm>
            <a:off x="7531200" y="437460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5" name="テキスト プレースホルダー 2">
            <a:extLst>
              <a:ext uri="{FF2B5EF4-FFF2-40B4-BE49-F238E27FC236}">
                <a16:creationId xmlns:a16="http://schemas.microsoft.com/office/drawing/2014/main" id="{C1F4E01A-3AE8-492F-8059-80608280B942}"/>
              </a:ext>
            </a:extLst>
          </p:cNvPr>
          <p:cNvSpPr>
            <a:spLocks noGrp="1"/>
          </p:cNvSpPr>
          <p:nvPr>
            <p:ph type="body" sz="quarter" idx="47" hasCustomPrompt="1"/>
          </p:nvPr>
        </p:nvSpPr>
        <p:spPr>
          <a:xfrm>
            <a:off x="7531200" y="530472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6" name="index">
            <a:extLst>
              <a:ext uri="{FF2B5EF4-FFF2-40B4-BE49-F238E27FC236}">
                <a16:creationId xmlns:a16="http://schemas.microsoft.com/office/drawing/2014/main" id="{54D542B4-425E-47FE-A781-1C7D6585630E}"/>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19783636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扉1">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F82BBF1F-EC32-4EE1-A178-FA19CC18B37E}"/>
              </a:ext>
            </a:extLst>
          </p:cNvPr>
          <p:cNvSpPr>
            <a:spLocks noGrp="1"/>
          </p:cNvSpPr>
          <p:nvPr>
            <p:ph type="sldNum" sz="quarter" idx="17"/>
          </p:nvPr>
        </p:nvSpPr>
        <p:spPr/>
        <p:txBody>
          <a:bodyPr/>
          <a:lstStyle/>
          <a:p>
            <a:fld id="{982DF7F2-B14C-47C5-B9A4-9372430F170B}" type="slidenum">
              <a:rPr lang="ja-JP" altLang="en-US" smtClean="0"/>
              <a:pPr/>
              <a:t>‹#›</a:t>
            </a:fld>
            <a:endParaRPr lang="ja-JP" altLang="en-US"/>
          </a:p>
        </p:txBody>
      </p:sp>
      <p:pic>
        <p:nvPicPr>
          <p:cNvPr id="12" name="図 1">
            <a:extLst>
              <a:ext uri="{FF2B5EF4-FFF2-40B4-BE49-F238E27FC236}">
                <a16:creationId xmlns:a16="http://schemas.microsoft.com/office/drawing/2014/main" id="{BEB62B42-D470-44B9-8B80-943EDED7AFA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11" name="正方形/長方形 1">
            <a:extLst>
              <a:ext uri="{FF2B5EF4-FFF2-40B4-BE49-F238E27FC236}">
                <a16:creationId xmlns:a16="http://schemas.microsoft.com/office/drawing/2014/main" id="{550E9F67-330E-4E7A-B689-D4087984A852}"/>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3916800" y="4049637"/>
            <a:ext cx="6310800" cy="603499"/>
          </a:xfrm>
          <a:prstGeom prst="rect">
            <a:avLst/>
          </a:prstGeom>
        </p:spPr>
        <p:txBody>
          <a:bodyPr>
            <a:noAutofit/>
          </a:bodyPr>
          <a:lstStyle>
            <a:lvl1pPr>
              <a:lnSpc>
                <a:spcPts val="2100"/>
              </a:lnSpc>
              <a:spcBef>
                <a:spcPts val="0"/>
              </a:spcBef>
              <a:defRPr sz="14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3" name="テキスト プレースホルダー">
            <a:extLst>
              <a:ext uri="{FF2B5EF4-FFF2-40B4-BE49-F238E27FC236}">
                <a16:creationId xmlns:a16="http://schemas.microsoft.com/office/drawing/2014/main" id="{AC9A7BC8-3CE4-4D3D-89A2-661C6C9B1ED4}"/>
              </a:ext>
            </a:extLst>
          </p:cNvPr>
          <p:cNvSpPr>
            <a:spLocks noGrp="1"/>
          </p:cNvSpPr>
          <p:nvPr>
            <p:ph type="body" sz="quarter" idx="14" hasCustomPrompt="1"/>
          </p:nvPr>
        </p:nvSpPr>
        <p:spPr>
          <a:xfrm>
            <a:off x="1228388" y="2854677"/>
            <a:ext cx="902812" cy="646331"/>
          </a:xfrm>
          <a:prstGeom prst="rect">
            <a:avLst/>
          </a:prstGeom>
        </p:spPr>
        <p:txBody>
          <a:bodyPr wrap="none">
            <a:spAutoFit/>
          </a:bodyPr>
          <a:lstStyle>
            <a:lvl1pPr algn="r">
              <a:lnSpc>
                <a:spcPct val="100000"/>
              </a:lnSpc>
              <a:spcBef>
                <a:spcPts val="0"/>
              </a:spcBef>
              <a:defRPr sz="3600" baseline="0">
                <a:solidFill>
                  <a:schemeClr val="bg1"/>
                </a:solidFill>
                <a:latin typeface="+mj-lt"/>
                <a:ea typeface="+mj-ea"/>
              </a:defRPr>
            </a:lvl1pPr>
          </a:lstStyle>
          <a:p>
            <a:pPr lvl="0"/>
            <a:r>
              <a:rPr kumimoji="1" lang="en-US" altLang="ja-JP" dirty="0"/>
              <a:t>No.</a:t>
            </a:r>
            <a:endParaRPr kumimoji="1" lang="ja-JP" altLang="en-US" dirty="0"/>
          </a:p>
        </p:txBody>
      </p:sp>
      <p:sp>
        <p:nvSpPr>
          <p:cNvPr id="2" name="タイトル">
            <a:extLst>
              <a:ext uri="{FF2B5EF4-FFF2-40B4-BE49-F238E27FC236}">
                <a16:creationId xmlns:a16="http://schemas.microsoft.com/office/drawing/2014/main" id="{BCA8A541-35E9-4DDF-86AB-05534AA31550}"/>
              </a:ext>
            </a:extLst>
          </p:cNvPr>
          <p:cNvSpPr>
            <a:spLocks noGrp="1"/>
          </p:cNvSpPr>
          <p:nvPr>
            <p:ph type="title" hasCustomPrompt="1"/>
          </p:nvPr>
        </p:nvSpPr>
        <p:spPr>
          <a:xfrm>
            <a:off x="3916800" y="2888940"/>
            <a:ext cx="6310800" cy="1118255"/>
          </a:xfrm>
        </p:spPr>
        <p:txBody>
          <a:bodyPr vert="horz" wrap="square" lIns="91440" tIns="45720" rIns="91440" bIns="45720" rtlCol="0" anchor="t">
            <a:noAutofit/>
          </a:bodyPr>
          <a:lstStyle>
            <a:lvl1pPr>
              <a:defRPr lang="ja-JP" altLang="en-US" sz="3600"/>
            </a:lvl1pPr>
          </a:lstStyle>
          <a:p>
            <a:pPr marL="0" lvl="0" indent="0" defTabSz="914400">
              <a:lnSpc>
                <a:spcPts val="40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366301074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扉3">
    <p:bg>
      <p:bgPr>
        <a:solidFill>
          <a:schemeClr val="accent2"/>
        </a:solidFill>
        <a:effectLst/>
      </p:bgPr>
    </p:bg>
    <p:spTree>
      <p:nvGrpSpPr>
        <p:cNvPr id="1" name=""/>
        <p:cNvGrpSpPr/>
        <p:nvPr/>
      </p:nvGrpSpPr>
      <p:grpSpPr>
        <a:xfrm>
          <a:off x="0" y="0"/>
          <a:ext cx="0" cy="0"/>
          <a:chOff x="0" y="0"/>
          <a:chExt cx="0" cy="0"/>
        </a:xfrm>
      </p:grpSpPr>
      <p:pic>
        <p:nvPicPr>
          <p:cNvPr id="16" name="図 2">
            <a:extLst>
              <a:ext uri="{FF2B5EF4-FFF2-40B4-BE49-F238E27FC236}">
                <a16:creationId xmlns:a16="http://schemas.microsoft.com/office/drawing/2014/main" id="{A1BC2CCC-63DB-4B3F-B65C-494B50C0E6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6971" y="152636"/>
            <a:ext cx="1749689" cy="558380"/>
          </a:xfrm>
          <a:prstGeom prst="rect">
            <a:avLst/>
          </a:prstGeom>
        </p:spPr>
      </p:pic>
      <p:sp>
        <p:nvSpPr>
          <p:cNvPr id="3" name="テキスト プレースホルダー 2">
            <a:extLst>
              <a:ext uri="{FF2B5EF4-FFF2-40B4-BE49-F238E27FC236}">
                <a16:creationId xmlns:a16="http://schemas.microsoft.com/office/drawing/2014/main" id="{AC9A7BC8-3CE4-4D3D-89A2-661C6C9B1ED4}"/>
              </a:ext>
            </a:extLst>
          </p:cNvPr>
          <p:cNvSpPr>
            <a:spLocks noGrp="1"/>
          </p:cNvSpPr>
          <p:nvPr>
            <p:ph type="body" sz="quarter" idx="14" hasCustomPrompt="1"/>
          </p:nvPr>
        </p:nvSpPr>
        <p:spPr>
          <a:xfrm>
            <a:off x="3071664" y="2889035"/>
            <a:ext cx="902812" cy="605294"/>
          </a:xfrm>
          <a:prstGeom prst="rect">
            <a:avLst/>
          </a:prstGeom>
        </p:spPr>
        <p:txBody>
          <a:bodyPr wrap="none">
            <a:spAutoFit/>
          </a:bodyPr>
          <a:lstStyle>
            <a:lvl1pPr algn="r">
              <a:lnSpc>
                <a:spcPts val="4000"/>
              </a:lnSpc>
              <a:spcBef>
                <a:spcPts val="0"/>
              </a:spcBef>
              <a:defRPr sz="3600" baseline="0">
                <a:solidFill>
                  <a:schemeClr val="bg1"/>
                </a:solidFill>
                <a:latin typeface="+mj-lt"/>
                <a:ea typeface="+mj-ea"/>
              </a:defRPr>
            </a:lvl1pPr>
          </a:lstStyle>
          <a:p>
            <a:pPr lvl="0"/>
            <a:r>
              <a:rPr kumimoji="1" lang="en-US" altLang="ja-JP" dirty="0"/>
              <a:t>No.</a:t>
            </a:r>
            <a:endParaRPr kumimoji="1" lang="ja-JP" altLang="en-US" dirty="0"/>
          </a:p>
        </p:txBody>
      </p:sp>
      <p:sp>
        <p:nvSpPr>
          <p:cNvPr id="8" name="テキスト プレースホルダー 3">
            <a:extLst>
              <a:ext uri="{FF2B5EF4-FFF2-40B4-BE49-F238E27FC236}">
                <a16:creationId xmlns:a16="http://schemas.microsoft.com/office/drawing/2014/main" id="{B8C92446-47A7-46B6-A6DE-8842FD68A058}"/>
              </a:ext>
            </a:extLst>
          </p:cNvPr>
          <p:cNvSpPr>
            <a:spLocks noGrp="1"/>
          </p:cNvSpPr>
          <p:nvPr>
            <p:ph type="body" sz="quarter" idx="13" hasCustomPrompt="1"/>
          </p:nvPr>
        </p:nvSpPr>
        <p:spPr>
          <a:xfrm>
            <a:off x="3916800" y="4049637"/>
            <a:ext cx="6310800" cy="603499"/>
          </a:xfrm>
          <a:prstGeom prst="rect">
            <a:avLst/>
          </a:prstGeom>
        </p:spPr>
        <p:txBody>
          <a:bodyPr>
            <a:noAutofit/>
          </a:bodyPr>
          <a:lstStyle>
            <a:lvl1pPr>
              <a:lnSpc>
                <a:spcPts val="2100"/>
              </a:lnSpc>
              <a:spcBef>
                <a:spcPts val="0"/>
              </a:spcBef>
              <a:defRPr sz="1400" baseline="0">
                <a:solidFill>
                  <a:schemeClr val="bg1"/>
                </a:solidFill>
              </a:defRPr>
            </a:lvl1pPr>
          </a:lstStyle>
          <a:p>
            <a:pPr lvl="0"/>
            <a:r>
              <a:rPr kumimoji="1" lang="ja-JP" altLang="en-US"/>
              <a:t>補足の文章が必要な場合はこちらに入れてください。</a:t>
            </a:r>
            <a:endParaRPr kumimoji="1" lang="en-US" altLang="ja-JP"/>
          </a:p>
          <a:p>
            <a:pPr lvl="0"/>
            <a:r>
              <a:rPr kumimoji="1" lang="ja-JP" altLang="en-US"/>
              <a:t>補足の文章はマストではなく、必要ない場合は記載不要です。</a:t>
            </a:r>
          </a:p>
        </p:txBody>
      </p:sp>
      <p:sp>
        <p:nvSpPr>
          <p:cNvPr id="6" name="タイトル">
            <a:extLst>
              <a:ext uri="{FF2B5EF4-FFF2-40B4-BE49-F238E27FC236}">
                <a16:creationId xmlns:a16="http://schemas.microsoft.com/office/drawing/2014/main" id="{B117D335-3E17-456A-948E-9B27433889D4}"/>
              </a:ext>
            </a:extLst>
          </p:cNvPr>
          <p:cNvSpPr>
            <a:spLocks noGrp="1"/>
          </p:cNvSpPr>
          <p:nvPr>
            <p:ph type="title" hasCustomPrompt="1"/>
          </p:nvPr>
        </p:nvSpPr>
        <p:spPr>
          <a:xfrm>
            <a:off x="3916800" y="2889035"/>
            <a:ext cx="6310800" cy="1118255"/>
          </a:xfrm>
        </p:spPr>
        <p:txBody>
          <a:bodyPr vert="horz" wrap="square" lIns="91440" tIns="45720" rIns="91440" bIns="45720" rtlCol="0" anchor="t">
            <a:noAutofit/>
          </a:bodyPr>
          <a:lstStyle>
            <a:lvl1pPr>
              <a:defRPr lang="ja-JP" altLang="en-US" sz="3600">
                <a:solidFill>
                  <a:schemeClr val="bg1"/>
                </a:solidFill>
              </a:defRPr>
            </a:lvl1pPr>
          </a:lstStyle>
          <a:p>
            <a:pPr marL="0" lvl="0" indent="0" defTabSz="914400">
              <a:lnSpc>
                <a:spcPts val="40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201201254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中面1">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780B271C-4584-4160-BE1E-0BF61016499F}"/>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a:t>
            </a:fld>
            <a:endParaRPr lang="ja-JP" altLang="en-US"/>
          </a:p>
        </p:txBody>
      </p:sp>
      <p:sp>
        <p:nvSpPr>
          <p:cNvPr id="7" name="コンテンツ プレースホルダー">
            <a:extLst>
              <a:ext uri="{FF2B5EF4-FFF2-40B4-BE49-F238E27FC236}">
                <a16:creationId xmlns:a16="http://schemas.microsoft.com/office/drawing/2014/main" id="{BEFD7A87-87CF-4619-AC8D-776F223EACB5}"/>
              </a:ext>
            </a:extLst>
          </p:cNvPr>
          <p:cNvSpPr>
            <a:spLocks noGrp="1"/>
          </p:cNvSpPr>
          <p:nvPr>
            <p:ph sz="quarter" idx="13" hasCustomPrompt="1"/>
          </p:nvPr>
        </p:nvSpPr>
        <p:spPr>
          <a:xfrm>
            <a:off x="338138" y="1125538"/>
            <a:ext cx="11518900" cy="5399087"/>
          </a:xfrm>
        </p:spPr>
        <p:txBody>
          <a:bodyPr/>
          <a:lstStyle/>
          <a:p>
            <a:pPr lvl="0"/>
            <a:r>
              <a:rPr kumimoji="1" lang="ja-JP" altLang="en-US" dirty="0"/>
              <a:t>テキストを入力してください</a:t>
            </a:r>
            <a:br>
              <a:rPr kumimoji="1" lang="en-US" altLang="ja-JP" dirty="0"/>
            </a:br>
            <a:endParaRPr kumimoji="1" lang="ja-JP" altLang="en-US" dirty="0"/>
          </a:p>
        </p:txBody>
      </p:sp>
      <p:sp>
        <p:nvSpPr>
          <p:cNvPr id="2" name="タイトル">
            <a:extLst>
              <a:ext uri="{FF2B5EF4-FFF2-40B4-BE49-F238E27FC236}">
                <a16:creationId xmlns:a16="http://schemas.microsoft.com/office/drawing/2014/main" id="{5AC322F0-442A-4B5C-8FBC-B70A56875177}"/>
              </a:ext>
            </a:extLst>
          </p:cNvPr>
          <p:cNvSpPr>
            <a:spLocks noGrp="1"/>
          </p:cNvSpPr>
          <p:nvPr>
            <p:ph type="title" hasCustomPrompt="1"/>
          </p:nvPr>
        </p:nvSpPr>
        <p:spPr/>
        <p:txBody>
          <a:bodyPr>
            <a:noAutofit/>
          </a:bodyPr>
          <a:lstStyle/>
          <a:p>
            <a:r>
              <a:rPr kumimoji="1" lang="ja-JP" altLang="en-US" dirty="0"/>
              <a:t>タイトルを入力してください</a:t>
            </a:r>
          </a:p>
        </p:txBody>
      </p:sp>
    </p:spTree>
    <p:extLst>
      <p:ext uri="{BB962C8B-B14F-4D97-AF65-F5344CB8AC3E}">
        <p14:creationId xmlns:p14="http://schemas.microsoft.com/office/powerpoint/2010/main" val="391488563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中面1-2_コピーライト表記あり">
    <p:spTree>
      <p:nvGrpSpPr>
        <p:cNvPr id="1" name=""/>
        <p:cNvGrpSpPr/>
        <p:nvPr/>
      </p:nvGrpSpPr>
      <p:grpSpPr>
        <a:xfrm>
          <a:off x="0" y="0"/>
          <a:ext cx="0" cy="0"/>
          <a:chOff x="0" y="0"/>
          <a:chExt cx="0" cy="0"/>
        </a:xfrm>
      </p:grpSpPr>
      <p:pic>
        <p:nvPicPr>
          <p:cNvPr id="5" name="Copyright">
            <a:extLst>
              <a:ext uri="{FF2B5EF4-FFF2-40B4-BE49-F238E27FC236}">
                <a16:creationId xmlns:a16="http://schemas.microsoft.com/office/drawing/2014/main" id="{A3B0C4F7-B11E-4896-8BB2-19E7AC8BD6C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5357549" y="6634688"/>
            <a:ext cx="1476902" cy="106680"/>
          </a:xfrm>
          <a:prstGeom prst="rect">
            <a:avLst/>
          </a:prstGeom>
        </p:spPr>
      </p:pic>
      <p:sp>
        <p:nvSpPr>
          <p:cNvPr id="10" name="スライド番号プレースホルダー">
            <a:extLst>
              <a:ext uri="{FF2B5EF4-FFF2-40B4-BE49-F238E27FC236}">
                <a16:creationId xmlns:a16="http://schemas.microsoft.com/office/drawing/2014/main" id="{780B271C-4584-4160-BE1E-0BF61016499F}"/>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a:t>
            </a:fld>
            <a:endParaRPr lang="ja-JP" altLang="en-US"/>
          </a:p>
        </p:txBody>
      </p:sp>
      <p:sp>
        <p:nvSpPr>
          <p:cNvPr id="7" name="コンテンツ プレースホルダー">
            <a:extLst>
              <a:ext uri="{FF2B5EF4-FFF2-40B4-BE49-F238E27FC236}">
                <a16:creationId xmlns:a16="http://schemas.microsoft.com/office/drawing/2014/main" id="{BEFD7A87-87CF-4619-AC8D-776F223EACB5}"/>
              </a:ext>
            </a:extLst>
          </p:cNvPr>
          <p:cNvSpPr>
            <a:spLocks noGrp="1"/>
          </p:cNvSpPr>
          <p:nvPr>
            <p:ph sz="quarter" idx="13" hasCustomPrompt="1"/>
          </p:nvPr>
        </p:nvSpPr>
        <p:spPr>
          <a:xfrm>
            <a:off x="338138" y="1125538"/>
            <a:ext cx="11518900" cy="5399087"/>
          </a:xfrm>
        </p:spPr>
        <p:txBody>
          <a:bodyPr/>
          <a:lstStyle/>
          <a:p>
            <a:pPr lvl="0"/>
            <a:r>
              <a:rPr kumimoji="1" lang="ja-JP" altLang="en-US" dirty="0"/>
              <a:t>テキストを入力してください</a:t>
            </a:r>
            <a:endParaRPr kumimoji="1" lang="en-US" altLang="ja-JP" dirty="0"/>
          </a:p>
        </p:txBody>
      </p:sp>
      <p:sp>
        <p:nvSpPr>
          <p:cNvPr id="2" name="タイトル">
            <a:extLst>
              <a:ext uri="{FF2B5EF4-FFF2-40B4-BE49-F238E27FC236}">
                <a16:creationId xmlns:a16="http://schemas.microsoft.com/office/drawing/2014/main" id="{5AC322F0-442A-4B5C-8FBC-B70A56875177}"/>
              </a:ext>
            </a:extLst>
          </p:cNvPr>
          <p:cNvSpPr>
            <a:spLocks noGrp="1"/>
          </p:cNvSpPr>
          <p:nvPr>
            <p:ph type="title" hasCustomPrompt="1"/>
          </p:nvPr>
        </p:nvSpPr>
        <p:spPr/>
        <p:txBody>
          <a:bodyPr>
            <a:noAutofit/>
          </a:bodyPr>
          <a:lstStyle/>
          <a:p>
            <a:r>
              <a:rPr kumimoji="1" lang="ja-JP" altLang="en-US" dirty="0"/>
              <a:t>タイトルを入力してください</a:t>
            </a:r>
          </a:p>
        </p:txBody>
      </p:sp>
    </p:spTree>
    <p:extLst>
      <p:ext uri="{BB962C8B-B14F-4D97-AF65-F5344CB8AC3E}">
        <p14:creationId xmlns:p14="http://schemas.microsoft.com/office/powerpoint/2010/main" val="137303582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中面2">
    <p:spTree>
      <p:nvGrpSpPr>
        <p:cNvPr id="1" name=""/>
        <p:cNvGrpSpPr/>
        <p:nvPr/>
      </p:nvGrpSpPr>
      <p:grpSpPr>
        <a:xfrm>
          <a:off x="0" y="0"/>
          <a:ext cx="0" cy="0"/>
          <a:chOff x="0" y="0"/>
          <a:chExt cx="0" cy="0"/>
        </a:xfrm>
      </p:grpSpPr>
      <p:sp>
        <p:nvSpPr>
          <p:cNvPr id="3" name="コンテンツ プレースホルダー">
            <a:extLst>
              <a:ext uri="{FF2B5EF4-FFF2-40B4-BE49-F238E27FC236}">
                <a16:creationId xmlns:a16="http://schemas.microsoft.com/office/drawing/2014/main" id="{B3F77867-B1E8-4418-A3B0-FC171922C881}"/>
              </a:ext>
            </a:extLst>
          </p:cNvPr>
          <p:cNvSpPr>
            <a:spLocks noGrp="1"/>
          </p:cNvSpPr>
          <p:nvPr>
            <p:ph sz="quarter" idx="14" hasCustomPrompt="1"/>
          </p:nvPr>
        </p:nvSpPr>
        <p:spPr>
          <a:xfrm>
            <a:off x="162348" y="138221"/>
            <a:ext cx="11867304" cy="6621509"/>
          </a:xfrm>
        </p:spPr>
        <p:txBody>
          <a:bodyPr/>
          <a:lstStyle>
            <a:lvl1pPr>
              <a:defRPr sz="1600" baseline="0"/>
            </a:lvl1pPr>
          </a:lstStyle>
          <a:p>
            <a:pPr lvl="0"/>
            <a:r>
              <a:rPr kumimoji="1" lang="ja-JP" altLang="en-US" dirty="0"/>
              <a:t>全面を使用する場合のスライドです。</a:t>
            </a:r>
            <a:endParaRPr kumimoji="1" lang="en-US" altLang="ja-JP" dirty="0"/>
          </a:p>
        </p:txBody>
      </p:sp>
    </p:spTree>
    <p:extLst>
      <p:ext uri="{BB962C8B-B14F-4D97-AF65-F5344CB8AC3E}">
        <p14:creationId xmlns:p14="http://schemas.microsoft.com/office/powerpoint/2010/main" val="3781426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最終">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0C76280-7ECE-44B6-A075-9B0E22B803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92800" y="3196800"/>
            <a:ext cx="6804000" cy="464975"/>
          </a:xfrm>
          <a:prstGeom prst="rect">
            <a:avLst/>
          </a:prstGeom>
        </p:spPr>
      </p:pic>
    </p:spTree>
    <p:extLst>
      <p:ext uri="{BB962C8B-B14F-4D97-AF65-F5344CB8AC3E}">
        <p14:creationId xmlns:p14="http://schemas.microsoft.com/office/powerpoint/2010/main" val="2330000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D4885B-2DFA-D04D-AE48-F73602DA6A2E}"/>
              </a:ext>
            </a:extLst>
          </p:cNvPr>
          <p:cNvSpPr>
            <a:spLocks noGrp="1"/>
          </p:cNvSpPr>
          <p:nvPr>
            <p:ph type="title" hasCustomPrompt="1"/>
          </p:nvPr>
        </p:nvSpPr>
        <p:spPr/>
        <p:txBody>
          <a:bodyPr/>
          <a:lstStyle/>
          <a:p>
            <a:r>
              <a:rPr kumimoji="1" lang="ja-JP" altLang="en-US"/>
              <a:t>［タイトル］</a:t>
            </a:r>
          </a:p>
        </p:txBody>
      </p:sp>
      <p:sp>
        <p:nvSpPr>
          <p:cNvPr id="3" name="Text Placeholder 2">
            <a:extLst>
              <a:ext uri="{FF2B5EF4-FFF2-40B4-BE49-F238E27FC236}">
                <a16:creationId xmlns:a16="http://schemas.microsoft.com/office/drawing/2014/main" id="{C5C3BFEB-E3E2-40B7-A253-8DF9A4ADA8FA}"/>
              </a:ext>
            </a:extLst>
          </p:cNvPr>
          <p:cNvSpPr>
            <a:spLocks noGrp="1"/>
          </p:cNvSpPr>
          <p:nvPr>
            <p:ph type="body" sz="quarter" idx="12" hasCustomPrompt="1"/>
          </p:nvPr>
        </p:nvSpPr>
        <p:spPr>
          <a:xfrm>
            <a:off x="407988" y="689355"/>
            <a:ext cx="11376026" cy="363157"/>
          </a:xfrm>
          <a:prstGeom prst="rect">
            <a:avLst/>
          </a:prstGeom>
        </p:spPr>
        <p:txBody>
          <a:bodyPr tIns="46800" anchor="ctr" anchorCtr="0">
            <a:noAutofit/>
          </a:bodyPr>
          <a:lstStyle>
            <a:lvl1pPr>
              <a:defRPr lang="en-US" sz="2000" b="1" spc="0" baseline="0" dirty="0">
                <a:solidFill>
                  <a:schemeClr val="tx1"/>
                </a:solidFill>
                <a:latin typeface="+mj-ea"/>
                <a:ea typeface="+mj-ea"/>
                <a:cs typeface="Arial"/>
              </a:defRPr>
            </a:lvl1pPr>
          </a:lstStyle>
          <a:p>
            <a:pPr marL="226468" marR="0" lvl="0" indent="-226468">
              <a:lnSpc>
                <a:spcPct val="100000"/>
              </a:lnSpc>
              <a:spcBef>
                <a:spcPct val="20000"/>
              </a:spcBef>
              <a:buClrTx/>
              <a:buSzTx/>
              <a:buFont typeface="+mj-lt"/>
              <a:buNone/>
              <a:tabLst/>
            </a:pPr>
            <a:r>
              <a:rPr lang="ja-JP" altLang="en-US" dirty="0"/>
              <a:t>［サブタイトル］</a:t>
            </a:r>
            <a:endParaRPr lang="en-US" dirty="0"/>
          </a:p>
        </p:txBody>
      </p:sp>
      <p:sp>
        <p:nvSpPr>
          <p:cNvPr id="7" name="テキスト プレースホルダー 7">
            <a:extLst>
              <a:ext uri="{FF2B5EF4-FFF2-40B4-BE49-F238E27FC236}">
                <a16:creationId xmlns:a16="http://schemas.microsoft.com/office/drawing/2014/main" id="{C1BF904A-EDA9-CB42-9930-B694DF35C532}"/>
              </a:ext>
            </a:extLst>
          </p:cNvPr>
          <p:cNvSpPr>
            <a:spLocks noGrp="1"/>
          </p:cNvSpPr>
          <p:nvPr>
            <p:ph type="body" sz="quarter" idx="13" hasCustomPrompt="1"/>
          </p:nvPr>
        </p:nvSpPr>
        <p:spPr>
          <a:xfrm>
            <a:off x="407989" y="1160463"/>
            <a:ext cx="11376026" cy="534240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244132322"/>
      </p:ext>
    </p:extLst>
  </p:cSld>
  <p:clrMapOvr>
    <a:masterClrMapping/>
  </p:clrMapOvr>
  <p:extLst>
    <p:ext uri="{DCECCB84-F9BA-43D5-87BE-67443E8EF086}">
      <p15:sldGuideLst xmlns:p15="http://schemas.microsoft.com/office/powerpoint/2012/main">
        <p15:guide id="3" orient="horz" pos="663">
          <p15:clr>
            <a:srgbClr val="FBAE40"/>
          </p15:clr>
        </p15:guide>
        <p15:guide id="4" orient="horz" pos="73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p:txBody>
          <a:bodyPr/>
          <a:lstStyle/>
          <a:p>
            <a:r>
              <a:rPr kumimoji="1" lang="ja-JP" altLang="en-US"/>
              <a:t>［タイトル］</a:t>
            </a:r>
          </a:p>
        </p:txBody>
      </p:sp>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407989" y="692151"/>
            <a:ext cx="11376026" cy="5796000"/>
          </a:xfrm>
          <a:prstGeom prst="rect">
            <a:avLst/>
          </a:prstGeom>
        </p:spPr>
        <p:txBody>
          <a:bodyPr/>
          <a:lstStyle>
            <a:lvl1pPr marL="0" indent="0">
              <a:buNone/>
              <a:tabLst/>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endParaRPr kumimoji="1" lang="en-US" altLang="ja-JP" dirty="0"/>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2547334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C">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6503987" y="164693"/>
            <a:ext cx="5280025" cy="412538"/>
          </a:xfrm>
        </p:spPr>
        <p:txBody>
          <a:bodyPr/>
          <a:lstStyle/>
          <a:p>
            <a:r>
              <a:rPr kumimoji="1" lang="ja-JP" altLang="en-US"/>
              <a:t>［タイトル］</a:t>
            </a:r>
          </a:p>
        </p:txBody>
      </p:sp>
      <p:pic>
        <p:nvPicPr>
          <p:cNvPr id="2" name="図 1">
            <a:extLst>
              <a:ext uri="{FF2B5EF4-FFF2-40B4-BE49-F238E27FC236}">
                <a16:creationId xmlns:a16="http://schemas.microsoft.com/office/drawing/2014/main" id="{611C8694-04B4-F046-A6DE-C55A35E8C07F}"/>
              </a:ext>
            </a:extLst>
          </p:cNvPr>
          <p:cNvPicPr>
            <a:picLocks noChangeAspect="1"/>
          </p:cNvPicPr>
          <p:nvPr userDrawn="1"/>
        </p:nvPicPr>
        <p:blipFill>
          <a:blip r:embed="rId2"/>
          <a:stretch>
            <a:fillRect/>
          </a:stretch>
        </p:blipFill>
        <p:spPr>
          <a:xfrm>
            <a:off x="0" y="0"/>
            <a:ext cx="6096000" cy="6858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6503988" y="692151"/>
            <a:ext cx="5280025" cy="579600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602393732"/>
      </p:ext>
    </p:extLst>
  </p:cSld>
  <p:clrMapOvr>
    <a:masterClrMapping/>
  </p:clrMapOvr>
  <p:extLst>
    <p:ext uri="{DCECCB84-F9BA-43D5-87BE-67443E8EF086}">
      <p15:sldGuideLst xmlns:p15="http://schemas.microsoft.com/office/powerpoint/2012/main">
        <p15:guide id="1" pos="408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407989" y="3700675"/>
            <a:ext cx="11376024" cy="412538"/>
          </a:xfrm>
        </p:spPr>
        <p:txBody>
          <a:bodyPr/>
          <a:lstStyle/>
          <a:p>
            <a:r>
              <a:rPr kumimoji="1" lang="ja-JP" altLang="en-US"/>
              <a:t>［タイトル］</a:t>
            </a:r>
          </a:p>
        </p:txBody>
      </p:sp>
      <p:pic>
        <p:nvPicPr>
          <p:cNvPr id="2" name="図 1">
            <a:extLst>
              <a:ext uri="{FF2B5EF4-FFF2-40B4-BE49-F238E27FC236}">
                <a16:creationId xmlns:a16="http://schemas.microsoft.com/office/drawing/2014/main" id="{20414810-E387-BE40-A07B-DAEAE7DD40A8}"/>
              </a:ext>
            </a:extLst>
          </p:cNvPr>
          <p:cNvPicPr>
            <a:picLocks noChangeAspect="1"/>
          </p:cNvPicPr>
          <p:nvPr userDrawn="1"/>
        </p:nvPicPr>
        <p:blipFill>
          <a:blip r:embed="rId2"/>
          <a:stretch>
            <a:fillRect/>
          </a:stretch>
        </p:blipFill>
        <p:spPr>
          <a:xfrm>
            <a:off x="0" y="0"/>
            <a:ext cx="12192000" cy="3429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407989" y="4221163"/>
            <a:ext cx="11376024" cy="228240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880635972"/>
      </p:ext>
    </p:extLst>
  </p:cSld>
  <p:clrMapOvr>
    <a:masterClrMapping/>
  </p:clrMapOvr>
  <p:extLst>
    <p:ext uri="{DCECCB84-F9BA-43D5-87BE-67443E8EF086}">
      <p15:sldGuideLst xmlns:p15="http://schemas.microsoft.com/office/powerpoint/2012/main">
        <p15:guide id="1" orient="horz" pos="2591">
          <p15:clr>
            <a:srgbClr val="FBAE40"/>
          </p15:clr>
        </p15:guide>
        <p15:guide id="2" orient="horz" pos="265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6.gif"/><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Line 1">
            <a:extLst>
              <a:ext uri="{FF2B5EF4-FFF2-40B4-BE49-F238E27FC236}">
                <a16:creationId xmlns:a16="http://schemas.microsoft.com/office/drawing/2014/main" id="{3C9EFBCB-0CF8-4A73-8567-0E6AF72B78C5}"/>
              </a:ext>
            </a:extLst>
          </p:cNvPr>
          <p:cNvSpPr>
            <a:spLocks noChangeShapeType="1"/>
          </p:cNvSpPr>
          <p:nvPr userDrawn="1"/>
        </p:nvSpPr>
        <p:spPr bwMode="auto">
          <a:xfrm flipV="1">
            <a:off x="339118" y="834197"/>
            <a:ext cx="11852882" cy="0"/>
          </a:xfrm>
          <a:prstGeom prst="line">
            <a:avLst/>
          </a:prstGeom>
          <a:noFill/>
          <a:ln w="12700">
            <a:solidFill>
              <a:srgbClr val="005BAC"/>
            </a:solidFill>
            <a:round/>
            <a:headEnd/>
            <a:tailEnd/>
          </a:ln>
        </p:spPr>
        <p:txBody>
          <a:bodyPr wrap="none" lIns="91422" tIns="45711" rIns="91422" bIns="45711" anchor="ctr"/>
          <a:lstStyle/>
          <a:p>
            <a:endParaRPr lang="ja-JP" altLang="en-US" sz="1500"/>
          </a:p>
        </p:txBody>
      </p:sp>
      <p:pic>
        <p:nvPicPr>
          <p:cNvPr id="9" name="図 1">
            <a:extLst>
              <a:ext uri="{FF2B5EF4-FFF2-40B4-BE49-F238E27FC236}">
                <a16:creationId xmlns:a16="http://schemas.microsoft.com/office/drawing/2014/main" id="{695559A7-C589-4D3B-8EAE-4F007F632291}"/>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7" name="スライド番号プレースホルダー 1">
            <a:extLst>
              <a:ext uri="{FF2B5EF4-FFF2-40B4-BE49-F238E27FC236}">
                <a16:creationId xmlns:a16="http://schemas.microsoft.com/office/drawing/2014/main" id="{9550C113-158C-4159-BBE0-DA0C1ED3A1D2}"/>
              </a:ext>
            </a:extLst>
          </p:cNvPr>
          <p:cNvSpPr>
            <a:spLocks noGrp="1"/>
          </p:cNvSpPr>
          <p:nvPr userDrawn="1">
            <p:ph type="sldNum" sz="quarter" idx="4"/>
          </p:nvPr>
        </p:nvSpPr>
        <p:spPr>
          <a:xfrm>
            <a:off x="11599104" y="6562800"/>
            <a:ext cx="349775" cy="253916"/>
          </a:xfrm>
          <a:prstGeom prst="rect">
            <a:avLst/>
          </a:prstGeom>
        </p:spPr>
        <p:txBody>
          <a:bodyPr vert="horz" wrap="none" lIns="91440" tIns="45720" rIns="91440" bIns="45720" rtlCol="0" anchor="ctr">
            <a:spAutoFit/>
          </a:bodyPr>
          <a:lstStyle>
            <a:lvl1pPr algn="r">
              <a:defRPr sz="1050">
                <a:solidFill>
                  <a:schemeClr val="tx1"/>
                </a:solidFill>
              </a:defRPr>
            </a:lvl1pPr>
          </a:lstStyle>
          <a:p>
            <a:fld id="{982DF7F2-B14C-47C5-B9A4-9372430F170B}" type="slidenum">
              <a:rPr lang="ja-JP" altLang="en-US" smtClean="0"/>
              <a:pPr/>
              <a:t>‹#›</a:t>
            </a:fld>
            <a:endParaRPr lang="ja-JP" altLang="en-US"/>
          </a:p>
        </p:txBody>
      </p:sp>
      <p:sp>
        <p:nvSpPr>
          <p:cNvPr id="6" name="日付プレースホルダー 1">
            <a:extLst>
              <a:ext uri="{FF2B5EF4-FFF2-40B4-BE49-F238E27FC236}">
                <a16:creationId xmlns:a16="http://schemas.microsoft.com/office/drawing/2014/main" id="{BC7E8779-F528-48F0-BB15-0A4C917A5E42}"/>
              </a:ext>
            </a:extLst>
          </p:cNvPr>
          <p:cNvSpPr>
            <a:spLocks noGrp="1"/>
          </p:cNvSpPr>
          <p:nvPr userDrawn="1">
            <p:ph type="dt" sz="half" idx="2"/>
          </p:nvPr>
        </p:nvSpPr>
        <p:spPr>
          <a:xfrm>
            <a:off x="0" y="6591375"/>
            <a:ext cx="646331" cy="215444"/>
          </a:xfrm>
          <a:prstGeom prst="rect">
            <a:avLst/>
          </a:prstGeom>
        </p:spPr>
        <p:txBody>
          <a:bodyPr vert="horz" wrap="none" lIns="91440" tIns="45720" rIns="91440" bIns="45720" rtlCol="0" anchor="ctr">
            <a:spAutoFit/>
          </a:bodyPr>
          <a:lstStyle>
            <a:lvl1pPr algn="l">
              <a:defRPr sz="800">
                <a:solidFill>
                  <a:schemeClr val="tx1"/>
                </a:solidFill>
              </a:defRPr>
            </a:lvl1pPr>
          </a:lstStyle>
          <a:p>
            <a:endParaRPr lang="ja-JP" altLang="en-US"/>
          </a:p>
        </p:txBody>
      </p:sp>
      <p:sp>
        <p:nvSpPr>
          <p:cNvPr id="5" name="フッター プレースホルダー 1">
            <a:extLst>
              <a:ext uri="{FF2B5EF4-FFF2-40B4-BE49-F238E27FC236}">
                <a16:creationId xmlns:a16="http://schemas.microsoft.com/office/drawing/2014/main" id="{D6E6A90D-1ECB-41E2-9549-C8D97C856DC7}"/>
              </a:ext>
            </a:extLst>
          </p:cNvPr>
          <p:cNvSpPr>
            <a:spLocks noGrp="1"/>
          </p:cNvSpPr>
          <p:nvPr userDrawn="1">
            <p:ph type="ftr" sz="quarter" idx="3"/>
          </p:nvPr>
        </p:nvSpPr>
        <p:spPr>
          <a:xfrm>
            <a:off x="5251057" y="6573430"/>
            <a:ext cx="1689886" cy="215444"/>
          </a:xfrm>
          <a:prstGeom prst="rect">
            <a:avLst/>
          </a:prstGeom>
        </p:spPr>
        <p:txBody>
          <a:bodyPr vert="horz" wrap="none" lIns="91440" tIns="45720" rIns="91440" bIns="45720" rtlCol="0" anchor="ctr">
            <a:spAutoFit/>
          </a:bodyPr>
          <a:lstStyle>
            <a:lvl1pPr algn="ctr">
              <a:defRPr sz="800">
                <a:solidFill>
                  <a:schemeClr val="tx1"/>
                </a:solidFill>
              </a:defRPr>
            </a:lvl1pPr>
          </a:lstStyle>
          <a:p>
            <a:endParaRPr lang="ja-JP" altLang="en-US"/>
          </a:p>
        </p:txBody>
      </p:sp>
      <p:sp>
        <p:nvSpPr>
          <p:cNvPr id="2" name="タイトル プレースホルダー 1">
            <a:extLst>
              <a:ext uri="{FF2B5EF4-FFF2-40B4-BE49-F238E27FC236}">
                <a16:creationId xmlns:a16="http://schemas.microsoft.com/office/drawing/2014/main" id="{C28B4D5F-4444-4993-A399-75EED6B0926C}"/>
              </a:ext>
            </a:extLst>
          </p:cNvPr>
          <p:cNvSpPr>
            <a:spLocks noGrp="1"/>
          </p:cNvSpPr>
          <p:nvPr userDrawn="1">
            <p:ph type="title"/>
          </p:nvPr>
        </p:nvSpPr>
        <p:spPr>
          <a:xfrm>
            <a:off x="338400" y="236026"/>
            <a:ext cx="10080000" cy="584775"/>
          </a:xfrm>
          <a:prstGeom prst="rect">
            <a:avLst/>
          </a:prstGeom>
        </p:spPr>
        <p:txBody>
          <a:bodyPr vert="horz" wrap="square" lIns="91440" tIns="45720" rIns="91440" bIns="45720" rtlCol="0" anchor="ctr">
            <a:spAutoFit/>
          </a:bodyPr>
          <a:lstStyle/>
          <a:p>
            <a:r>
              <a:rPr kumimoji="1" lang="ja-JP" altLang="en-US"/>
              <a:t>マスター タイトルの書式設定</a:t>
            </a:r>
          </a:p>
        </p:txBody>
      </p:sp>
      <p:sp>
        <p:nvSpPr>
          <p:cNvPr id="4" name="テキスト プレースホルダー 1">
            <a:extLst>
              <a:ext uri="{FF2B5EF4-FFF2-40B4-BE49-F238E27FC236}">
                <a16:creationId xmlns:a16="http://schemas.microsoft.com/office/drawing/2014/main" id="{CBAC4AA8-B298-4395-91E0-C62C9DAE5301}"/>
              </a:ext>
            </a:extLst>
          </p:cNvPr>
          <p:cNvSpPr>
            <a:spLocks noGrp="1"/>
          </p:cNvSpPr>
          <p:nvPr userDrawn="1">
            <p:ph type="body" idx="1"/>
          </p:nvPr>
        </p:nvSpPr>
        <p:spPr>
          <a:xfrm>
            <a:off x="339724" y="1125538"/>
            <a:ext cx="11516400" cy="5399085"/>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85608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1" r:id="rId3"/>
    <p:sldLayoutId id="2147483700" r:id="rId4"/>
    <p:sldLayoutId id="2147483703" r:id="rId5"/>
    <p:sldLayoutId id="2147483702" r:id="rId6"/>
    <p:sldLayoutId id="2147483704" r:id="rId7"/>
    <p:sldLayoutId id="2147483706" r:id="rId8"/>
    <p:sldLayoutId id="2147483717" r:id="rId9"/>
    <p:sldLayoutId id="2147483718" r:id="rId10"/>
    <p:sldLayoutId id="2147483714" r:id="rId11"/>
    <p:sldLayoutId id="2147483669" r:id="rId12"/>
  </p:sldLayoutIdLst>
  <p:hf hdr="0" ftr="0" dt="0"/>
  <p:txStyles>
    <p:titleStyle>
      <a:lvl1pPr algn="l" defTabSz="914377" rtl="0" eaLnBrk="1" latinLnBrk="0" hangingPunct="1">
        <a:lnSpc>
          <a:spcPts val="3800"/>
        </a:lnSpc>
        <a:spcBef>
          <a:spcPts val="0"/>
        </a:spcBef>
        <a:buNone/>
        <a:defRPr kumimoji="1" sz="3200" kern="1200">
          <a:solidFill>
            <a:schemeClr val="accent1"/>
          </a:solidFill>
          <a:latin typeface="+mj-lt"/>
          <a:ea typeface="+mj-ea"/>
          <a:cs typeface="+mj-cs"/>
        </a:defRPr>
      </a:lvl1pPr>
    </p:titleStyle>
    <p:body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3840" userDrawn="1">
          <p15:clr>
            <a:srgbClr val="F26B43"/>
          </p15:clr>
        </p15:guide>
        <p15:guide id="5" pos="7469" userDrawn="1">
          <p15:clr>
            <a:srgbClr val="F26B43"/>
          </p15:clr>
        </p15:guide>
        <p15:guide id="7"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45720" rIns="0" bIns="45720" rtlCol="0" anchor="t" anchorCtr="0">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76000" cy="5797550"/>
          </a:xfrm>
          <a:prstGeom prst="rect">
            <a:avLst/>
          </a:prstGeom>
        </p:spPr>
        <p:txBody>
          <a:bodyPr vert="horz" lIns="0" tIns="45720" rIns="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0" name="テキスト ボックス 9">
            <a:extLst>
              <a:ext uri="{FF2B5EF4-FFF2-40B4-BE49-F238E27FC236}">
                <a16:creationId xmlns:a16="http://schemas.microsoft.com/office/drawing/2014/main" id="{4006F447-EA40-6B45-B81D-264DC1DFDDFE}"/>
              </a:ext>
            </a:extLst>
          </p:cNvPr>
          <p:cNvSpPr txBox="1"/>
          <p:nvPr userDrawn="1"/>
        </p:nvSpPr>
        <p:spPr>
          <a:xfrm>
            <a:off x="7946668" y="6623438"/>
            <a:ext cx="1678345"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2023 NTT DATA CCS Corporation</a:t>
            </a:r>
          </a:p>
        </p:txBody>
      </p:sp>
      <p:cxnSp>
        <p:nvCxnSpPr>
          <p:cNvPr id="11" name="直線コネクタ 10">
            <a:extLst>
              <a:ext uri="{FF2B5EF4-FFF2-40B4-BE49-F238E27FC236}">
                <a16:creationId xmlns:a16="http://schemas.microsoft.com/office/drawing/2014/main" id="{964F9529-9269-0444-AC06-0135C86878D1}"/>
              </a:ext>
            </a:extLst>
          </p:cNvPr>
          <p:cNvCxnSpPr>
            <a:cxnSpLocks/>
          </p:cNvCxnSpPr>
          <p:nvPr userDrawn="1"/>
        </p:nvCxnSpPr>
        <p:spPr>
          <a:xfrm>
            <a:off x="9840913"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図 8">
            <a:extLst>
              <a:ext uri="{FF2B5EF4-FFF2-40B4-BE49-F238E27FC236}">
                <a16:creationId xmlns:a16="http://schemas.microsoft.com/office/drawing/2014/main" id="{4FBDFD7A-DEEB-CC46-8D4E-B36D85A43B0A}"/>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p:blipFill>
        <p:spPr>
          <a:xfrm>
            <a:off x="10043138" y="6603369"/>
            <a:ext cx="920823" cy="234561"/>
          </a:xfrm>
          <a:prstGeom prst="rect">
            <a:avLst/>
          </a:prstGeom>
        </p:spPr>
      </p:pic>
      <p:cxnSp>
        <p:nvCxnSpPr>
          <p:cNvPr id="12" name="直線コネクタ 11">
            <a:extLst>
              <a:ext uri="{FF2B5EF4-FFF2-40B4-BE49-F238E27FC236}">
                <a16:creationId xmlns:a16="http://schemas.microsoft.com/office/drawing/2014/main" id="{23800F2B-9D2F-6A43-8C8F-769A8F0AEB02}"/>
              </a:ext>
            </a:extLst>
          </p:cNvPr>
          <p:cNvCxnSpPr>
            <a:cxnSpLocks/>
          </p:cNvCxnSpPr>
          <p:nvPr userDrawn="1"/>
        </p:nvCxnSpPr>
        <p:spPr>
          <a:xfrm>
            <a:off x="11179862"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4BE9AE59-F844-9F42-B777-4BE4EE1ECDDE}"/>
              </a:ext>
            </a:extLst>
          </p:cNvPr>
          <p:cNvSpPr txBox="1"/>
          <p:nvPr userDrawn="1"/>
        </p:nvSpPr>
        <p:spPr>
          <a:xfrm>
            <a:off x="11257850" y="6590696"/>
            <a:ext cx="537314"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rPr>
              <a:pPr algn="r"/>
              <a:t>‹#›</a:t>
            </a:fld>
            <a:endParaRPr kumimoji="0" lang="en-US" altLang="ja-JP" sz="1100" dirty="0">
              <a:solidFill>
                <a:schemeClr val="tx1"/>
              </a:solidFill>
              <a:latin typeface="+mn-ea"/>
              <a:cs typeface="Meiryo UI" pitchFamily="50" charset="-128"/>
            </a:endParaRPr>
          </a:p>
        </p:txBody>
      </p:sp>
    </p:spTree>
    <p:extLst>
      <p:ext uri="{BB962C8B-B14F-4D97-AF65-F5344CB8AC3E}">
        <p14:creationId xmlns:p14="http://schemas.microsoft.com/office/powerpoint/2010/main" val="303345808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Lst>
  <p:hf hdr="0" ftr="0" dt="0"/>
  <p:txStyles>
    <p:titleStyle>
      <a:lvl1pPr algn="l" defTabSz="609555" rtl="0" eaLnBrk="1" fontAlgn="base" hangingPunct="1">
        <a:spcBef>
          <a:spcPct val="0"/>
        </a:spcBef>
        <a:spcAft>
          <a:spcPct val="0"/>
        </a:spcAft>
        <a:defRPr kumimoji="1" sz="2400" b="1" i="0" kern="1200" spc="0" baseline="0">
          <a:solidFill>
            <a:schemeClr val="accent1">
              <a:lumMod val="75000"/>
            </a:schemeClr>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lnSpc>
          <a:spcPct val="110000"/>
        </a:lnSpc>
        <a:spcBef>
          <a:spcPts val="1800"/>
        </a:spcBef>
        <a:spcAft>
          <a:spcPct val="0"/>
        </a:spcAft>
        <a:buFont typeface="Arial" panose="020B0604020202020204" pitchFamily="34" charset="0"/>
        <a:buNone/>
        <a:tabLst/>
        <a:defRPr kumimoji="1" sz="2000" b="1" kern="1200">
          <a:solidFill>
            <a:schemeClr val="tx1"/>
          </a:solidFill>
          <a:latin typeface="+mn-ea"/>
          <a:ea typeface="+mn-ea"/>
          <a:cs typeface="Arial"/>
        </a:defRPr>
      </a:lvl1pPr>
      <a:lvl2pPr marL="180000" indent="-180000" algn="l" defTabSz="288000" rtl="0" eaLnBrk="1" fontAlgn="base" hangingPunct="1">
        <a:lnSpc>
          <a:spcPct val="110000"/>
        </a:lnSpc>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360000" indent="-180000" algn="l" defTabSz="288000" rtl="0" eaLnBrk="1" fontAlgn="base" hangingPunct="1">
        <a:lnSpc>
          <a:spcPct val="110000"/>
        </a:lnSpc>
        <a:spcBef>
          <a:spcPts val="432"/>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540000" indent="-180000" algn="l" defTabSz="288000" rtl="0" eaLnBrk="1" fontAlgn="base" hangingPunct="1">
        <a:lnSpc>
          <a:spcPct val="110000"/>
        </a:lnSpc>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720000" indent="-180000" algn="l" defTabSz="288000" rtl="0" eaLnBrk="1" fontAlgn="base" hangingPunct="1">
        <a:lnSpc>
          <a:spcPct val="110000"/>
        </a:lnSpc>
        <a:spcBef>
          <a:spcPts val="432"/>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4" orient="horz" pos="2160">
          <p15:clr>
            <a:srgbClr val="F26B43"/>
          </p15:clr>
        </p15:guide>
        <p15:guide id="6" orient="horz" pos="436">
          <p15:clr>
            <a:srgbClr val="F26B43"/>
          </p15:clr>
        </p15:guide>
        <p15:guide id="7" pos="3840">
          <p15:clr>
            <a:srgbClr val="F26B43"/>
          </p15:clr>
        </p15:guide>
        <p15:guide id="8" pos="7423">
          <p15:clr>
            <a:srgbClr val="F26B43"/>
          </p15:clr>
        </p15:guide>
        <p15:guide id="9" orient="horz" pos="4088">
          <p15:clr>
            <a:srgbClr val="F26B43"/>
          </p15:clr>
        </p15:guide>
        <p15:guide id="10" orient="horz" pos="368">
          <p15:clr>
            <a:srgbClr val="F26B43"/>
          </p15:clr>
        </p15:guide>
        <p15:guide id="11" orient="horz" pos="4269">
          <p15:clr>
            <a:srgbClr val="F26B43"/>
          </p15:clr>
        </p15:guide>
        <p15:guide id="12" orient="horz" pos="41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999C3324-CD22-4B9D-A01E-C90DE16C6D6E}"/>
              </a:ext>
            </a:extLst>
          </p:cNvPr>
          <p:cNvSpPr>
            <a:spLocks noGrp="1"/>
          </p:cNvSpPr>
          <p:nvPr>
            <p:ph type="body" sz="quarter" idx="13"/>
          </p:nvPr>
        </p:nvSpPr>
        <p:spPr/>
        <p:txBody>
          <a:bodyPr/>
          <a:lstStyle/>
          <a:p>
            <a:endParaRPr lang="ja-JP" altLang="en-US"/>
          </a:p>
        </p:txBody>
      </p:sp>
      <p:sp>
        <p:nvSpPr>
          <p:cNvPr id="7" name="テキスト プレースホルダー 6">
            <a:extLst>
              <a:ext uri="{FF2B5EF4-FFF2-40B4-BE49-F238E27FC236}">
                <a16:creationId xmlns:a16="http://schemas.microsoft.com/office/drawing/2014/main" id="{15C964CA-81CD-4555-809B-317EDC868C6D}"/>
              </a:ext>
            </a:extLst>
          </p:cNvPr>
          <p:cNvSpPr>
            <a:spLocks noGrp="1"/>
          </p:cNvSpPr>
          <p:nvPr>
            <p:ph type="body" sz="quarter" idx="11"/>
          </p:nvPr>
        </p:nvSpPr>
        <p:spPr/>
        <p:txBody>
          <a:bodyPr/>
          <a:lstStyle/>
          <a:p>
            <a:r>
              <a:rPr lang="en-US" altLang="ja-JP" dirty="0"/>
              <a:t>2023/4/17</a:t>
            </a:r>
          </a:p>
          <a:p>
            <a:r>
              <a:rPr lang="ja-JP" altLang="en-US" dirty="0"/>
              <a:t>シスメックス株式会社　</a:t>
            </a:r>
            <a:r>
              <a:rPr lang="en-US" altLang="ja-JP" dirty="0" err="1"/>
              <a:t>Caresphere</a:t>
            </a:r>
            <a:r>
              <a:rPr lang="ja-JP" altLang="en-US" dirty="0"/>
              <a:t>イノベーション部</a:t>
            </a:r>
          </a:p>
        </p:txBody>
      </p:sp>
      <p:sp>
        <p:nvSpPr>
          <p:cNvPr id="6" name="タイトル 5">
            <a:extLst>
              <a:ext uri="{FF2B5EF4-FFF2-40B4-BE49-F238E27FC236}">
                <a16:creationId xmlns:a16="http://schemas.microsoft.com/office/drawing/2014/main" id="{081426CC-4B6F-41E2-8A20-C0456C86617D}"/>
              </a:ext>
            </a:extLst>
          </p:cNvPr>
          <p:cNvSpPr>
            <a:spLocks noGrp="1"/>
          </p:cNvSpPr>
          <p:nvPr>
            <p:ph type="title"/>
          </p:nvPr>
        </p:nvSpPr>
        <p:spPr/>
        <p:txBody>
          <a:bodyPr/>
          <a:lstStyle/>
          <a:p>
            <a:r>
              <a:rPr lang="en-US" altLang="ja-JP" dirty="0" err="1"/>
              <a:t>Caresphere</a:t>
            </a:r>
            <a:r>
              <a:rPr lang="en-US" altLang="ja-JP" dirty="0"/>
              <a:t> XQC</a:t>
            </a:r>
            <a:r>
              <a:rPr lang="ja-JP" altLang="en-US" dirty="0"/>
              <a:t>　システム保守の見直し</a:t>
            </a:r>
          </a:p>
        </p:txBody>
      </p:sp>
      <p:sp>
        <p:nvSpPr>
          <p:cNvPr id="2" name="スライド番号プレースホルダー 1">
            <a:extLst>
              <a:ext uri="{FF2B5EF4-FFF2-40B4-BE49-F238E27FC236}">
                <a16:creationId xmlns:a16="http://schemas.microsoft.com/office/drawing/2014/main" id="{B30674C9-30D2-4442-B5E0-AB3B0788043F}"/>
              </a:ext>
            </a:extLst>
          </p:cNvPr>
          <p:cNvSpPr>
            <a:spLocks noGrp="1"/>
          </p:cNvSpPr>
          <p:nvPr>
            <p:ph type="sldNum" sz="quarter" idx="4294967295"/>
          </p:nvPr>
        </p:nvSpPr>
        <p:spPr>
          <a:xfrm>
            <a:off x="11842750" y="6562725"/>
            <a:ext cx="349250" cy="254000"/>
          </a:xfrm>
        </p:spPr>
        <p:txBody>
          <a:bodyPr/>
          <a:lstStyle/>
          <a:p>
            <a:fld id="{982DF7F2-B14C-47C5-B9A4-9372430F170B}" type="slidenum">
              <a:rPr lang="ja-JP" altLang="en-US" smtClean="0"/>
              <a:pPr/>
              <a:t>0</a:t>
            </a:fld>
            <a:endParaRPr lang="ja-JP" altLang="en-US"/>
          </a:p>
        </p:txBody>
      </p:sp>
    </p:spTree>
    <p:extLst>
      <p:ext uri="{BB962C8B-B14F-4D97-AF65-F5344CB8AC3E}">
        <p14:creationId xmlns:p14="http://schemas.microsoft.com/office/powerpoint/2010/main" val="3473773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C6B0997-337B-48A1-A374-5E2F573907FC}"/>
              </a:ext>
            </a:extLst>
          </p:cNvPr>
          <p:cNvSpPr>
            <a:spLocks noGrp="1"/>
          </p:cNvSpPr>
          <p:nvPr>
            <p:ph type="sldNum" sz="quarter" idx="16"/>
          </p:nvPr>
        </p:nvSpPr>
        <p:spPr/>
        <p:txBody>
          <a:bodyPr/>
          <a:lstStyle/>
          <a:p>
            <a:fld id="{982DF7F2-B14C-47C5-B9A4-9372430F170B}" type="slidenum">
              <a:rPr lang="ja-JP" altLang="en-US" smtClean="0"/>
              <a:pPr/>
              <a:t>1</a:t>
            </a:fld>
            <a:endParaRPr lang="ja-JP" altLang="en-US"/>
          </a:p>
        </p:txBody>
      </p:sp>
      <p:sp>
        <p:nvSpPr>
          <p:cNvPr id="3" name="コンテンツ プレースホルダー 2">
            <a:extLst>
              <a:ext uri="{FF2B5EF4-FFF2-40B4-BE49-F238E27FC236}">
                <a16:creationId xmlns:a16="http://schemas.microsoft.com/office/drawing/2014/main" id="{7001E3F3-8766-49FF-AE7C-A327B36F2A7C}"/>
              </a:ext>
            </a:extLst>
          </p:cNvPr>
          <p:cNvSpPr>
            <a:spLocks noGrp="1"/>
          </p:cNvSpPr>
          <p:nvPr>
            <p:ph sz="quarter" idx="13"/>
          </p:nvPr>
        </p:nvSpPr>
        <p:spPr/>
        <p:txBody>
          <a:bodyPr/>
          <a:lstStyle/>
          <a:p>
            <a:r>
              <a:rPr kumimoji="1" lang="ja-JP" altLang="en-US" dirty="0"/>
              <a:t>①中国</a:t>
            </a:r>
            <a:r>
              <a:rPr kumimoji="1" lang="en-US" altLang="ja-JP" dirty="0"/>
              <a:t>XQC</a:t>
            </a:r>
            <a:r>
              <a:rPr kumimoji="1" lang="ja-JP" altLang="en-US" dirty="0"/>
              <a:t>サーバがリリースされることにともなう保守範囲の見直しおよび連絡体制の追加</a:t>
            </a:r>
            <a:endParaRPr kumimoji="1" lang="en-US" altLang="ja-JP" dirty="0"/>
          </a:p>
          <a:p>
            <a:pPr marL="179388" indent="-179388"/>
            <a:r>
              <a:rPr lang="ja-JP" altLang="en-US" dirty="0"/>
              <a:t>②シスメックスにおいて開発業務が</a:t>
            </a:r>
            <a:r>
              <a:rPr lang="en-US" altLang="ja-JP" dirty="0" err="1"/>
              <a:t>Caresphere</a:t>
            </a:r>
            <a:r>
              <a:rPr lang="ja-JP" altLang="en-US" dirty="0"/>
              <a:t>イノベーション部からソフトウェア技術</a:t>
            </a:r>
            <a:r>
              <a:rPr lang="en-US" altLang="ja-JP" dirty="0"/>
              <a:t>Gr</a:t>
            </a:r>
            <a:r>
              <a:rPr lang="ja-JP" altLang="en-US" dirty="0"/>
              <a:t>に移管されたことにともなう保守範囲の見直しで漏れていた点のアップデート</a:t>
            </a:r>
            <a:endParaRPr kumimoji="1" lang="ja-JP" altLang="en-US" dirty="0"/>
          </a:p>
        </p:txBody>
      </p:sp>
      <p:sp>
        <p:nvSpPr>
          <p:cNvPr id="4" name="タイトル 3">
            <a:extLst>
              <a:ext uri="{FF2B5EF4-FFF2-40B4-BE49-F238E27FC236}">
                <a16:creationId xmlns:a16="http://schemas.microsoft.com/office/drawing/2014/main" id="{165FC30F-0CBA-4CB9-9527-85EB5CBB3DBF}"/>
              </a:ext>
            </a:extLst>
          </p:cNvPr>
          <p:cNvSpPr>
            <a:spLocks noGrp="1"/>
          </p:cNvSpPr>
          <p:nvPr>
            <p:ph type="title"/>
          </p:nvPr>
        </p:nvSpPr>
        <p:spPr/>
        <p:txBody>
          <a:bodyPr/>
          <a:lstStyle/>
          <a:p>
            <a:r>
              <a:rPr kumimoji="1" lang="ja-JP" altLang="en-US" dirty="0"/>
              <a:t>保守契約の見直し目的</a:t>
            </a:r>
          </a:p>
        </p:txBody>
      </p:sp>
      <p:sp>
        <p:nvSpPr>
          <p:cNvPr id="5" name="正方形/長方形 4">
            <a:extLst>
              <a:ext uri="{FF2B5EF4-FFF2-40B4-BE49-F238E27FC236}">
                <a16:creationId xmlns:a16="http://schemas.microsoft.com/office/drawing/2014/main" id="{0BE43527-B6DD-4B10-92DC-E2DCA57B9A08}"/>
              </a:ext>
            </a:extLst>
          </p:cNvPr>
          <p:cNvSpPr/>
          <p:nvPr/>
        </p:nvSpPr>
        <p:spPr>
          <a:xfrm>
            <a:off x="551384" y="2204864"/>
            <a:ext cx="1656184" cy="1656184"/>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n-ea"/>
              </a:rPr>
              <a:t>保守契約</a:t>
            </a:r>
            <a:endParaRPr kumimoji="1" lang="en-US" altLang="ja-JP" b="1" dirty="0">
              <a:latin typeface="+mn-ea"/>
            </a:endParaRPr>
          </a:p>
        </p:txBody>
      </p:sp>
      <p:sp>
        <p:nvSpPr>
          <p:cNvPr id="6" name="正方形/長方形 5">
            <a:extLst>
              <a:ext uri="{FF2B5EF4-FFF2-40B4-BE49-F238E27FC236}">
                <a16:creationId xmlns:a16="http://schemas.microsoft.com/office/drawing/2014/main" id="{F51F320F-2909-4858-8F5F-FF4541791EB7}"/>
              </a:ext>
            </a:extLst>
          </p:cNvPr>
          <p:cNvSpPr/>
          <p:nvPr/>
        </p:nvSpPr>
        <p:spPr>
          <a:xfrm>
            <a:off x="2567608" y="2204864"/>
            <a:ext cx="3672408" cy="1656184"/>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ja-JP" sz="1800" b="1" dirty="0">
                <a:effectLst/>
                <a:latin typeface="+mn-ea"/>
                <a:cs typeface="Arial" panose="020B0604020202020204" pitchFamily="34" charset="0"/>
              </a:rPr>
              <a:t>運用保守手順書</a:t>
            </a:r>
            <a:endParaRPr lang="en-US" altLang="ja-JP" sz="1800" b="1" dirty="0">
              <a:effectLst/>
              <a:latin typeface="+mn-ea"/>
              <a:cs typeface="Arial" panose="020B0604020202020204" pitchFamily="34" charset="0"/>
            </a:endParaRPr>
          </a:p>
          <a:p>
            <a:pPr algn="ctr"/>
            <a:r>
              <a:rPr kumimoji="1" lang="en-US" altLang="ja-JP" b="1" dirty="0">
                <a:latin typeface="+mn-ea"/>
                <a:cs typeface="Arial" panose="020B0604020202020204" pitchFamily="34" charset="0"/>
              </a:rPr>
              <a:t>※</a:t>
            </a:r>
            <a:r>
              <a:rPr kumimoji="1" lang="ja-JP" altLang="en-US" b="1" dirty="0">
                <a:latin typeface="+mn-ea"/>
                <a:cs typeface="Arial" panose="020B0604020202020204" pitchFamily="34" charset="0"/>
              </a:rPr>
              <a:t>中国サーバを追加（①）</a:t>
            </a:r>
            <a:endParaRPr kumimoji="1" lang="en-US" altLang="ja-JP" b="1" dirty="0">
              <a:latin typeface="+mn-ea"/>
              <a:cs typeface="Arial" panose="020B0604020202020204" pitchFamily="34" charset="0"/>
            </a:endParaRPr>
          </a:p>
          <a:p>
            <a:pPr algn="ctr"/>
            <a:r>
              <a:rPr lang="en-US" altLang="ja-JP" b="1" dirty="0">
                <a:latin typeface="+mn-ea"/>
                <a:cs typeface="Arial" panose="020B0604020202020204" pitchFamily="34" charset="0"/>
              </a:rPr>
              <a:t>※※</a:t>
            </a:r>
            <a:r>
              <a:rPr lang="ja-JP" altLang="en-US" b="1" dirty="0">
                <a:latin typeface="+mn-ea"/>
                <a:cs typeface="Arial" panose="020B0604020202020204" pitchFamily="34" charset="0"/>
              </a:rPr>
              <a:t>既存の手順を見直し（②）</a:t>
            </a:r>
            <a:endParaRPr kumimoji="1" lang="ja-JP" altLang="en-US" b="1" dirty="0">
              <a:latin typeface="+mn-ea"/>
            </a:endParaRPr>
          </a:p>
        </p:txBody>
      </p:sp>
      <p:cxnSp>
        <p:nvCxnSpPr>
          <p:cNvPr id="8" name="コネクタ: カギ線 7">
            <a:extLst>
              <a:ext uri="{FF2B5EF4-FFF2-40B4-BE49-F238E27FC236}">
                <a16:creationId xmlns:a16="http://schemas.microsoft.com/office/drawing/2014/main" id="{9F5B140A-C1A2-42F6-BCB8-2B1669353E6B}"/>
              </a:ext>
            </a:extLst>
          </p:cNvPr>
          <p:cNvCxnSpPr>
            <a:cxnSpLocks/>
            <a:stCxn id="5" idx="3"/>
            <a:endCxn id="6" idx="1"/>
          </p:cNvCxnSpPr>
          <p:nvPr/>
        </p:nvCxnSpPr>
        <p:spPr>
          <a:xfrm>
            <a:off x="2207568" y="3032956"/>
            <a:ext cx="360040" cy="12700"/>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コネクタ: カギ線 8">
            <a:extLst>
              <a:ext uri="{FF2B5EF4-FFF2-40B4-BE49-F238E27FC236}">
                <a16:creationId xmlns:a16="http://schemas.microsoft.com/office/drawing/2014/main" id="{5FE298DE-F9C8-4666-ADA1-355B546E27EB}"/>
              </a:ext>
            </a:extLst>
          </p:cNvPr>
          <p:cNvCxnSpPr>
            <a:cxnSpLocks/>
            <a:stCxn id="5" idx="3"/>
          </p:cNvCxnSpPr>
          <p:nvPr/>
        </p:nvCxnSpPr>
        <p:spPr>
          <a:xfrm>
            <a:off x="2207568" y="3032956"/>
            <a:ext cx="360040" cy="420703"/>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吹き出し: 角を丸めた四角形 9">
            <a:extLst>
              <a:ext uri="{FF2B5EF4-FFF2-40B4-BE49-F238E27FC236}">
                <a16:creationId xmlns:a16="http://schemas.microsoft.com/office/drawing/2014/main" id="{1B898C0E-904B-4001-BAE9-0951DD7056E7}"/>
              </a:ext>
            </a:extLst>
          </p:cNvPr>
          <p:cNvSpPr/>
          <p:nvPr/>
        </p:nvSpPr>
        <p:spPr>
          <a:xfrm>
            <a:off x="1487488" y="4721791"/>
            <a:ext cx="3600400" cy="942090"/>
          </a:xfrm>
          <a:prstGeom prst="wedgeRoundRectCallout">
            <a:avLst>
              <a:gd name="adj1" fmla="val -62406"/>
              <a:gd name="adj2" fmla="val -157338"/>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金額が変更になるか</a:t>
            </a:r>
            <a:endParaRPr kumimoji="1" lang="en-US" altLang="ja-JP" dirty="0">
              <a:solidFill>
                <a:schemeClr val="tx1"/>
              </a:solidFill>
            </a:endParaRPr>
          </a:p>
          <a:p>
            <a:pPr algn="ctr"/>
            <a:r>
              <a:rPr lang="ja-JP" altLang="en-US" dirty="0">
                <a:solidFill>
                  <a:schemeClr val="tx1"/>
                </a:solidFill>
              </a:rPr>
              <a:t>それ以外で変更になる箇所があるか</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2E7F0EBE-D009-49CC-A218-D14824158A11}"/>
              </a:ext>
            </a:extLst>
          </p:cNvPr>
          <p:cNvSpPr/>
          <p:nvPr/>
        </p:nvSpPr>
        <p:spPr>
          <a:xfrm>
            <a:off x="6780984" y="5445224"/>
            <a:ext cx="5003648" cy="11180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effectLst/>
                <a:latin typeface="+mn-ea"/>
                <a:cs typeface="Arial" panose="020B0604020202020204" pitchFamily="34" charset="0"/>
              </a:rPr>
              <a:t>※</a:t>
            </a:r>
            <a:r>
              <a:rPr lang="ja-JP" altLang="en-US" sz="1400" dirty="0">
                <a:solidFill>
                  <a:schemeClr val="tx1"/>
                </a:solidFill>
                <a:effectLst/>
                <a:latin typeface="+mn-ea"/>
                <a:cs typeface="Arial" panose="020B0604020202020204" pitchFamily="34" charset="0"/>
              </a:rPr>
              <a:t>本保守契約は</a:t>
            </a:r>
            <a:r>
              <a:rPr lang="en-US" altLang="ja-JP" sz="1400" dirty="0">
                <a:solidFill>
                  <a:schemeClr val="tx1"/>
                </a:solidFill>
                <a:effectLst/>
                <a:latin typeface="+mn-ea"/>
                <a:cs typeface="Arial" panose="020B0604020202020204" pitchFamily="34" charset="0"/>
              </a:rPr>
              <a:t>CCS</a:t>
            </a:r>
            <a:r>
              <a:rPr lang="ja-JP" altLang="en-US" sz="1400" dirty="0">
                <a:solidFill>
                  <a:schemeClr val="tx1"/>
                </a:solidFill>
                <a:effectLst/>
                <a:latin typeface="+mn-ea"/>
                <a:cs typeface="Arial" panose="020B0604020202020204" pitchFamily="34" charset="0"/>
              </a:rPr>
              <a:t>様とシスメックス間の</a:t>
            </a:r>
            <a:r>
              <a:rPr lang="en-US" altLang="ja-JP" sz="1400" dirty="0">
                <a:solidFill>
                  <a:schemeClr val="tx1"/>
                </a:solidFill>
                <a:effectLst/>
                <a:latin typeface="+mn-ea"/>
                <a:cs typeface="Arial" panose="020B0604020202020204" pitchFamily="34" charset="0"/>
              </a:rPr>
              <a:t>XQC</a:t>
            </a:r>
            <a:r>
              <a:rPr lang="ja-JP" altLang="en-US" sz="1400" dirty="0">
                <a:solidFill>
                  <a:schemeClr val="tx1"/>
                </a:solidFill>
                <a:effectLst/>
                <a:latin typeface="+mn-ea"/>
                <a:cs typeface="Arial" panose="020B0604020202020204" pitchFamily="34" charset="0"/>
              </a:rPr>
              <a:t>システム保守業務に関する契約。</a:t>
            </a:r>
            <a:endParaRPr lang="en-US" altLang="ja-JP" sz="1400" dirty="0">
              <a:solidFill>
                <a:schemeClr val="tx1"/>
              </a:solidFill>
              <a:effectLst/>
              <a:latin typeface="+mn-ea"/>
              <a:cs typeface="Arial" panose="020B0604020202020204" pitchFamily="34" charset="0"/>
            </a:endParaRPr>
          </a:p>
          <a:p>
            <a:r>
              <a:rPr lang="en-US" altLang="ja-JP" sz="1400" dirty="0">
                <a:solidFill>
                  <a:schemeClr val="tx1"/>
                </a:solidFill>
                <a:latin typeface="+mn-ea"/>
                <a:cs typeface="Arial" panose="020B0604020202020204" pitchFamily="34" charset="0"/>
              </a:rPr>
              <a:t>SCH</a:t>
            </a:r>
            <a:r>
              <a:rPr lang="ja-JP" altLang="en-US" sz="1400" dirty="0">
                <a:solidFill>
                  <a:schemeClr val="tx1"/>
                </a:solidFill>
                <a:latin typeface="+mn-ea"/>
                <a:cs typeface="Arial" panose="020B0604020202020204" pitchFamily="34" charset="0"/>
              </a:rPr>
              <a:t>インフラチームとシスメックス（</a:t>
            </a:r>
            <a:r>
              <a:rPr lang="en-US" altLang="ja-JP" sz="1400" dirty="0">
                <a:solidFill>
                  <a:schemeClr val="tx1"/>
                </a:solidFill>
                <a:latin typeface="+mn-ea"/>
                <a:cs typeface="Arial" panose="020B0604020202020204" pitchFamily="34" charset="0"/>
              </a:rPr>
              <a:t>S-Corp</a:t>
            </a:r>
            <a:r>
              <a:rPr lang="ja-JP" altLang="en-US" sz="1400" dirty="0">
                <a:solidFill>
                  <a:schemeClr val="tx1"/>
                </a:solidFill>
                <a:latin typeface="+mn-ea"/>
                <a:cs typeface="Arial" panose="020B0604020202020204" pitchFamily="34" charset="0"/>
              </a:rPr>
              <a:t>）インフラチームとの役割分担についてはインフラチームで別途明文化しておく</a:t>
            </a:r>
            <a:endParaRPr kumimoji="1" lang="ja-JP" altLang="en-US" sz="1400" dirty="0">
              <a:solidFill>
                <a:schemeClr val="tx1"/>
              </a:solidFill>
              <a:latin typeface="+mn-ea"/>
            </a:endParaRPr>
          </a:p>
        </p:txBody>
      </p:sp>
    </p:spTree>
    <p:extLst>
      <p:ext uri="{BB962C8B-B14F-4D97-AF65-F5344CB8AC3E}">
        <p14:creationId xmlns:p14="http://schemas.microsoft.com/office/powerpoint/2010/main" val="2951672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23125599-1B62-4060-A78E-613F9E43302C}"/>
              </a:ext>
            </a:extLst>
          </p:cNvPr>
          <p:cNvSpPr/>
          <p:nvPr/>
        </p:nvSpPr>
        <p:spPr>
          <a:xfrm>
            <a:off x="8040216" y="2132856"/>
            <a:ext cx="3384376" cy="472514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kumimoji="1" lang="en-US" altLang="ja-JP" sz="800" dirty="0">
                <a:solidFill>
                  <a:schemeClr val="tx1"/>
                </a:solidFill>
              </a:rPr>
              <a:t>※</a:t>
            </a:r>
            <a:r>
              <a:rPr lang="ja-JP" altLang="en-US" sz="800" dirty="0">
                <a:solidFill>
                  <a:schemeClr val="tx1"/>
                </a:solidFill>
              </a:rPr>
              <a:t>運用監視</a:t>
            </a:r>
            <a:r>
              <a:rPr kumimoji="1" lang="ja-JP" altLang="en-US" sz="800" dirty="0">
                <a:solidFill>
                  <a:schemeClr val="tx1"/>
                </a:solidFill>
              </a:rPr>
              <a:t>範囲外</a:t>
            </a:r>
          </a:p>
        </p:txBody>
      </p:sp>
      <p:sp>
        <p:nvSpPr>
          <p:cNvPr id="2" name="スライド番号プレースホルダー 1">
            <a:extLst>
              <a:ext uri="{FF2B5EF4-FFF2-40B4-BE49-F238E27FC236}">
                <a16:creationId xmlns:a16="http://schemas.microsoft.com/office/drawing/2014/main" id="{8AF11C4B-FC05-4FE3-9883-6008ED1886D4}"/>
              </a:ext>
            </a:extLst>
          </p:cNvPr>
          <p:cNvSpPr>
            <a:spLocks noGrp="1"/>
          </p:cNvSpPr>
          <p:nvPr>
            <p:ph type="sldNum" sz="quarter" idx="16"/>
          </p:nvPr>
        </p:nvSpPr>
        <p:spPr/>
        <p:txBody>
          <a:bodyPr/>
          <a:lstStyle/>
          <a:p>
            <a:fld id="{982DF7F2-B14C-47C5-B9A4-9372430F170B}" type="slidenum">
              <a:rPr lang="ja-JP" altLang="en-US" smtClean="0"/>
              <a:pPr/>
              <a:t>2</a:t>
            </a:fld>
            <a:endParaRPr lang="ja-JP" altLang="en-US"/>
          </a:p>
        </p:txBody>
      </p:sp>
      <p:sp>
        <p:nvSpPr>
          <p:cNvPr id="3" name="コンテンツ プレースホルダー 2">
            <a:extLst>
              <a:ext uri="{FF2B5EF4-FFF2-40B4-BE49-F238E27FC236}">
                <a16:creationId xmlns:a16="http://schemas.microsoft.com/office/drawing/2014/main" id="{7A5199D1-FAC4-4649-B37C-90850E495F7C}"/>
              </a:ext>
            </a:extLst>
          </p:cNvPr>
          <p:cNvSpPr>
            <a:spLocks noGrp="1"/>
          </p:cNvSpPr>
          <p:nvPr>
            <p:ph sz="quarter" idx="13"/>
          </p:nvPr>
        </p:nvSpPr>
        <p:spPr>
          <a:xfrm>
            <a:off x="336550" y="908720"/>
            <a:ext cx="5687442" cy="864096"/>
          </a:xfrm>
        </p:spPr>
        <p:txBody>
          <a:bodyPr>
            <a:normAutofit/>
          </a:bodyPr>
          <a:lstStyle/>
          <a:p>
            <a:pPr marL="285750" indent="-285750">
              <a:buFont typeface="Wingdings" panose="05000000000000000000" pitchFamily="2" charset="2"/>
              <a:buChar char="n"/>
            </a:pPr>
            <a:r>
              <a:rPr lang="ja-JP" altLang="en-US" sz="1600" dirty="0"/>
              <a:t>範囲</a:t>
            </a:r>
            <a:endParaRPr lang="en-US" altLang="ja-JP" sz="1600" dirty="0"/>
          </a:p>
          <a:p>
            <a:endParaRPr kumimoji="1" lang="en-US" altLang="ja-JP" sz="1600" dirty="0"/>
          </a:p>
          <a:p>
            <a:r>
              <a:rPr kumimoji="1" lang="ja-JP" altLang="en-US" sz="1600" dirty="0"/>
              <a:t>　対象サーバ上で動作する</a:t>
            </a:r>
            <a:r>
              <a:rPr kumimoji="1" lang="en-US" altLang="ja-JP" sz="1600" dirty="0"/>
              <a:t>XQC</a:t>
            </a:r>
            <a:r>
              <a:rPr kumimoji="1" lang="ja-JP" altLang="en-US" sz="1600" dirty="0"/>
              <a:t>アプリケーションおよびミドルウェア</a:t>
            </a:r>
          </a:p>
        </p:txBody>
      </p:sp>
      <p:sp>
        <p:nvSpPr>
          <p:cNvPr id="4" name="タイトル 3">
            <a:extLst>
              <a:ext uri="{FF2B5EF4-FFF2-40B4-BE49-F238E27FC236}">
                <a16:creationId xmlns:a16="http://schemas.microsoft.com/office/drawing/2014/main" id="{041BA43F-4575-4B45-AC3E-F5DF6289A6E2}"/>
              </a:ext>
            </a:extLst>
          </p:cNvPr>
          <p:cNvSpPr>
            <a:spLocks noGrp="1"/>
          </p:cNvSpPr>
          <p:nvPr>
            <p:ph type="title"/>
          </p:nvPr>
        </p:nvSpPr>
        <p:spPr/>
        <p:txBody>
          <a:bodyPr/>
          <a:lstStyle/>
          <a:p>
            <a:r>
              <a:rPr kumimoji="1" lang="ja-JP" altLang="en-US" dirty="0"/>
              <a:t>保守範囲</a:t>
            </a:r>
          </a:p>
        </p:txBody>
      </p:sp>
      <p:sp>
        <p:nvSpPr>
          <p:cNvPr id="5" name="正方形/長方形 4">
            <a:extLst>
              <a:ext uri="{FF2B5EF4-FFF2-40B4-BE49-F238E27FC236}">
                <a16:creationId xmlns:a16="http://schemas.microsoft.com/office/drawing/2014/main" id="{5BE5DF89-EB3D-4C7A-B377-0EEAA6A94949}"/>
              </a:ext>
            </a:extLst>
          </p:cNvPr>
          <p:cNvSpPr/>
          <p:nvPr/>
        </p:nvSpPr>
        <p:spPr>
          <a:xfrm>
            <a:off x="5807968" y="1720716"/>
            <a:ext cx="1296144" cy="36004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インフラ</a:t>
            </a:r>
            <a:r>
              <a:rPr kumimoji="1" lang="en-US" altLang="ja-JP" sz="1200" dirty="0">
                <a:solidFill>
                  <a:schemeClr val="tx1"/>
                </a:solidFill>
              </a:rPr>
              <a:t>※</a:t>
            </a:r>
            <a:r>
              <a:rPr lang="ja-JP" altLang="en-US" sz="1200" dirty="0">
                <a:solidFill>
                  <a:schemeClr val="tx1"/>
                </a:solidFill>
              </a:rPr>
              <a:t>範囲外</a:t>
            </a:r>
            <a:endParaRPr kumimoji="1" lang="ja-JP" altLang="en-US" sz="1200" dirty="0">
              <a:solidFill>
                <a:schemeClr val="tx1"/>
              </a:solidFill>
            </a:endParaRPr>
          </a:p>
        </p:txBody>
      </p:sp>
      <p:sp>
        <p:nvSpPr>
          <p:cNvPr id="16" name="正方形/長方形 15">
            <a:extLst>
              <a:ext uri="{FF2B5EF4-FFF2-40B4-BE49-F238E27FC236}">
                <a16:creationId xmlns:a16="http://schemas.microsoft.com/office/drawing/2014/main" id="{C5BE9525-B9AE-4B9C-9BC0-F2A822F8DAD0}"/>
              </a:ext>
            </a:extLst>
          </p:cNvPr>
          <p:cNvSpPr/>
          <p:nvPr/>
        </p:nvSpPr>
        <p:spPr>
          <a:xfrm>
            <a:off x="5807968" y="1360676"/>
            <a:ext cx="1296144" cy="3600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ミドルウェア</a:t>
            </a:r>
          </a:p>
        </p:txBody>
      </p:sp>
      <p:sp>
        <p:nvSpPr>
          <p:cNvPr id="17" name="正方形/長方形 16">
            <a:extLst>
              <a:ext uri="{FF2B5EF4-FFF2-40B4-BE49-F238E27FC236}">
                <a16:creationId xmlns:a16="http://schemas.microsoft.com/office/drawing/2014/main" id="{C5E71114-9C00-4222-A33E-7534B4AFAD98}"/>
              </a:ext>
            </a:extLst>
          </p:cNvPr>
          <p:cNvSpPr/>
          <p:nvPr/>
        </p:nvSpPr>
        <p:spPr>
          <a:xfrm>
            <a:off x="5807968" y="1000636"/>
            <a:ext cx="1296144" cy="3600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アプリケーション</a:t>
            </a:r>
          </a:p>
        </p:txBody>
      </p:sp>
      <p:sp>
        <p:nvSpPr>
          <p:cNvPr id="19" name="コンテンツ プレースホルダー 2">
            <a:extLst>
              <a:ext uri="{FF2B5EF4-FFF2-40B4-BE49-F238E27FC236}">
                <a16:creationId xmlns:a16="http://schemas.microsoft.com/office/drawing/2014/main" id="{1AD3CAF4-606A-4D9B-A108-75838C3CBA40}"/>
              </a:ext>
            </a:extLst>
          </p:cNvPr>
          <p:cNvSpPr txBox="1">
            <a:spLocks/>
          </p:cNvSpPr>
          <p:nvPr/>
        </p:nvSpPr>
        <p:spPr>
          <a:xfrm>
            <a:off x="367141" y="2027967"/>
            <a:ext cx="1552395" cy="412476"/>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n"/>
            </a:pPr>
            <a:r>
              <a:rPr lang="ja-JP" altLang="en-US" sz="1600" dirty="0"/>
              <a:t>対象サーバ</a:t>
            </a:r>
          </a:p>
        </p:txBody>
      </p:sp>
      <p:graphicFrame>
        <p:nvGraphicFramePr>
          <p:cNvPr id="20" name="表 19">
            <a:extLst>
              <a:ext uri="{FF2B5EF4-FFF2-40B4-BE49-F238E27FC236}">
                <a16:creationId xmlns:a16="http://schemas.microsoft.com/office/drawing/2014/main" id="{18923FF7-FBE2-4ABA-81D8-AC1A331E333C}"/>
              </a:ext>
            </a:extLst>
          </p:cNvPr>
          <p:cNvGraphicFramePr>
            <a:graphicFrameLocks noGrp="1"/>
          </p:cNvGraphicFramePr>
          <p:nvPr>
            <p:extLst>
              <p:ext uri="{D42A27DB-BD31-4B8C-83A1-F6EECF244321}">
                <p14:modId xmlns:p14="http://schemas.microsoft.com/office/powerpoint/2010/main" val="2411925678"/>
              </p:ext>
            </p:extLst>
          </p:nvPr>
        </p:nvGraphicFramePr>
        <p:xfrm>
          <a:off x="4185923" y="2440443"/>
          <a:ext cx="3600000" cy="3024000"/>
        </p:xfrm>
        <a:graphic>
          <a:graphicData uri="http://schemas.openxmlformats.org/drawingml/2006/table">
            <a:tbl>
              <a:tblPr firstRow="1" firstCol="1" bandRow="1">
                <a:tableStyleId>{5C22544A-7EE6-4342-B048-85BDC9FD1C3A}</a:tableStyleId>
              </a:tblPr>
              <a:tblGrid>
                <a:gridCol w="1800000">
                  <a:extLst>
                    <a:ext uri="{9D8B030D-6E8A-4147-A177-3AD203B41FA5}">
                      <a16:colId xmlns:a16="http://schemas.microsoft.com/office/drawing/2014/main" val="3934783398"/>
                    </a:ext>
                  </a:extLst>
                </a:gridCol>
                <a:gridCol w="1800000">
                  <a:extLst>
                    <a:ext uri="{9D8B030D-6E8A-4147-A177-3AD203B41FA5}">
                      <a16:colId xmlns:a16="http://schemas.microsoft.com/office/drawing/2014/main" val="2559765500"/>
                    </a:ext>
                  </a:extLst>
                </a:gridCol>
              </a:tblGrid>
              <a:tr h="216000">
                <a:tc>
                  <a:txBody>
                    <a:bodyPr/>
                    <a:lstStyle/>
                    <a:p>
                      <a:pPr marL="254000" indent="63500" algn="just"/>
                      <a:r>
                        <a:rPr lang="ja-JP" sz="1000" dirty="0">
                          <a:effectLst/>
                        </a:rPr>
                        <a:t>サーバ名</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ja-JP" sz="1000" dirty="0">
                          <a:effectLst/>
                        </a:rPr>
                        <a:t>ホスト名</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322722216"/>
                  </a:ext>
                </a:extLst>
              </a:tr>
              <a:tr h="216000">
                <a:tc>
                  <a:txBody>
                    <a:bodyPr/>
                    <a:lstStyle/>
                    <a:p>
                      <a:pPr marL="254000" indent="63500" algn="just"/>
                      <a:r>
                        <a:rPr lang="en-US" sz="1000">
                          <a:effectLst/>
                        </a:rPr>
                        <a:t>Web</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SCHIDC-WEB-01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899397262"/>
                  </a:ext>
                </a:extLst>
              </a:tr>
              <a:tr h="216000">
                <a:tc>
                  <a:txBody>
                    <a:bodyPr/>
                    <a:lstStyle/>
                    <a:p>
                      <a:pPr marL="254000" indent="63500" algn="just"/>
                      <a:r>
                        <a:rPr lang="en-US" sz="1000">
                          <a:effectLst/>
                        </a:rPr>
                        <a:t>Web</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SCHIDC-WEB-02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911781716"/>
                  </a:ext>
                </a:extLst>
              </a:tr>
              <a:tr h="216000">
                <a:tc>
                  <a:txBody>
                    <a:bodyPr/>
                    <a:lstStyle/>
                    <a:p>
                      <a:pPr marL="254000" indent="63500" algn="just"/>
                      <a:r>
                        <a:rPr lang="en-US" sz="1000">
                          <a:effectLst/>
                        </a:rPr>
                        <a:t>Backend</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SCHIDC-BACKEND-01</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283388205"/>
                  </a:ext>
                </a:extLst>
              </a:tr>
              <a:tr h="216000">
                <a:tc>
                  <a:txBody>
                    <a:bodyPr/>
                    <a:lstStyle/>
                    <a:p>
                      <a:pPr marL="254000" indent="63500" algn="just"/>
                      <a:r>
                        <a:rPr lang="en-US" sz="1000">
                          <a:effectLst/>
                        </a:rPr>
                        <a:t>Backend</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SCHIDC-BACKEND-02</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24624125"/>
                  </a:ext>
                </a:extLst>
              </a:tr>
              <a:tr h="216000">
                <a:tc>
                  <a:txBody>
                    <a:bodyPr/>
                    <a:lstStyle/>
                    <a:p>
                      <a:pPr marL="254000" indent="63500" algn="just"/>
                      <a:r>
                        <a:rPr lang="en-US" sz="1000">
                          <a:effectLst/>
                        </a:rPr>
                        <a:t>SMTP</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SCHIDC-SMTP</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864691760"/>
                  </a:ext>
                </a:extLst>
              </a:tr>
              <a:tr h="216000">
                <a:tc>
                  <a:txBody>
                    <a:bodyPr/>
                    <a:lstStyle/>
                    <a:p>
                      <a:pPr marL="254000" indent="63500" algn="just"/>
                      <a:r>
                        <a:rPr lang="en-US" sz="1000">
                          <a:effectLst/>
                        </a:rPr>
                        <a:t>MySQL</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SCHIDC-MYSQLDB-01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922829270"/>
                  </a:ext>
                </a:extLst>
              </a:tr>
              <a:tr h="216000">
                <a:tc>
                  <a:txBody>
                    <a:bodyPr/>
                    <a:lstStyle/>
                    <a:p>
                      <a:pPr marL="254000" indent="63500" algn="just"/>
                      <a:r>
                        <a:rPr lang="en-US" sz="1000">
                          <a:effectLst/>
                        </a:rPr>
                        <a:t>MySQL</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SCHIDC-MYSQLDB-01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888991590"/>
                  </a:ext>
                </a:extLst>
              </a:tr>
              <a:tr h="216000">
                <a:tc>
                  <a:txBody>
                    <a:bodyPr/>
                    <a:lstStyle/>
                    <a:p>
                      <a:pPr marL="254000" indent="63500" algn="just"/>
                      <a:r>
                        <a:rPr lang="en-US" sz="1000">
                          <a:effectLst/>
                        </a:rPr>
                        <a:t>MapR#1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SYSM-DC-HP-01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741892286"/>
                  </a:ext>
                </a:extLst>
              </a:tr>
              <a:tr h="216000">
                <a:tc>
                  <a:txBody>
                    <a:bodyPr/>
                    <a:lstStyle/>
                    <a:p>
                      <a:pPr marL="254000" indent="63500" algn="just"/>
                      <a:r>
                        <a:rPr lang="en-US" sz="1000">
                          <a:effectLst/>
                        </a:rPr>
                        <a:t>MapR#2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SYSM-DC-HP-02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162488499"/>
                  </a:ext>
                </a:extLst>
              </a:tr>
              <a:tr h="216000">
                <a:tc>
                  <a:txBody>
                    <a:bodyPr/>
                    <a:lstStyle/>
                    <a:p>
                      <a:pPr marL="254000" indent="63500" algn="just"/>
                      <a:r>
                        <a:rPr lang="en-US" sz="1000">
                          <a:effectLst/>
                        </a:rPr>
                        <a:t>MapR#3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SYSM-DC-HP-03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051532401"/>
                  </a:ext>
                </a:extLst>
              </a:tr>
              <a:tr h="216000">
                <a:tc>
                  <a:txBody>
                    <a:bodyPr/>
                    <a:lstStyle/>
                    <a:p>
                      <a:pPr marL="254000" indent="63500" algn="just"/>
                      <a:r>
                        <a:rPr lang="en-US" sz="1000">
                          <a:effectLst/>
                        </a:rPr>
                        <a:t>MapR#4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SYSM-DC-HP-04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366572529"/>
                  </a:ext>
                </a:extLst>
              </a:tr>
              <a:tr h="216000">
                <a:tc>
                  <a:txBody>
                    <a:bodyPr/>
                    <a:lstStyle/>
                    <a:p>
                      <a:pPr marL="254000" indent="63500" algn="just"/>
                      <a:r>
                        <a:rPr lang="en-US" sz="1000">
                          <a:effectLst/>
                        </a:rPr>
                        <a:t>MapR#5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SYSM-DC-HP-01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927310385"/>
                  </a:ext>
                </a:extLst>
              </a:tr>
              <a:tr h="216000">
                <a:tc>
                  <a:txBody>
                    <a:bodyPr/>
                    <a:lstStyle/>
                    <a:p>
                      <a:pPr marL="254000" indent="63500" algn="just"/>
                      <a:r>
                        <a:rPr lang="en-US" sz="1000">
                          <a:effectLst/>
                        </a:rPr>
                        <a:t>Grafana</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App-monitoring-server</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872536230"/>
                  </a:ext>
                </a:extLst>
              </a:tr>
            </a:tbl>
          </a:graphicData>
        </a:graphic>
      </p:graphicFrame>
      <p:graphicFrame>
        <p:nvGraphicFramePr>
          <p:cNvPr id="22" name="表 21">
            <a:extLst>
              <a:ext uri="{FF2B5EF4-FFF2-40B4-BE49-F238E27FC236}">
                <a16:creationId xmlns:a16="http://schemas.microsoft.com/office/drawing/2014/main" id="{07715205-D946-4E38-B32A-48FEBD8C3065}"/>
              </a:ext>
            </a:extLst>
          </p:cNvPr>
          <p:cNvGraphicFramePr>
            <a:graphicFrameLocks noGrp="1"/>
          </p:cNvGraphicFramePr>
          <p:nvPr>
            <p:extLst>
              <p:ext uri="{D42A27DB-BD31-4B8C-83A1-F6EECF244321}">
                <p14:modId xmlns:p14="http://schemas.microsoft.com/office/powerpoint/2010/main" val="3636354559"/>
              </p:ext>
            </p:extLst>
          </p:nvPr>
        </p:nvGraphicFramePr>
        <p:xfrm>
          <a:off x="440394" y="2421296"/>
          <a:ext cx="3600000" cy="3672000"/>
        </p:xfrm>
        <a:graphic>
          <a:graphicData uri="http://schemas.openxmlformats.org/drawingml/2006/table">
            <a:tbl>
              <a:tblPr firstRow="1" firstCol="1" bandRow="1">
                <a:tableStyleId>{5C22544A-7EE6-4342-B048-85BDC9FD1C3A}</a:tableStyleId>
              </a:tblPr>
              <a:tblGrid>
                <a:gridCol w="1800000">
                  <a:extLst>
                    <a:ext uri="{9D8B030D-6E8A-4147-A177-3AD203B41FA5}">
                      <a16:colId xmlns:a16="http://schemas.microsoft.com/office/drawing/2014/main" val="2897781604"/>
                    </a:ext>
                  </a:extLst>
                </a:gridCol>
                <a:gridCol w="1800000">
                  <a:extLst>
                    <a:ext uri="{9D8B030D-6E8A-4147-A177-3AD203B41FA5}">
                      <a16:colId xmlns:a16="http://schemas.microsoft.com/office/drawing/2014/main" val="2968243148"/>
                    </a:ext>
                  </a:extLst>
                </a:gridCol>
              </a:tblGrid>
              <a:tr h="216000">
                <a:tc>
                  <a:txBody>
                    <a:bodyPr/>
                    <a:lstStyle/>
                    <a:p>
                      <a:pPr marL="254000" indent="63500" algn="just"/>
                      <a:r>
                        <a:rPr lang="ja-JP" sz="1000">
                          <a:effectLst/>
                        </a:rPr>
                        <a:t>サーバ名</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ja-JP" sz="1000">
                          <a:effectLst/>
                        </a:rPr>
                        <a:t>ホスト名</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671712151"/>
                  </a:ext>
                </a:extLst>
              </a:tr>
              <a:tr h="216000">
                <a:tc>
                  <a:txBody>
                    <a:bodyPr/>
                    <a:lstStyle/>
                    <a:p>
                      <a:pPr marL="254000" indent="63500" algn="just"/>
                      <a:r>
                        <a:rPr lang="en-US" sz="1000" dirty="0">
                          <a:effectLst/>
                        </a:rPr>
                        <a:t>Web</a:t>
                      </a:r>
                      <a:r>
                        <a:rPr lang="ja-JP" sz="1000" dirty="0">
                          <a:effectLst/>
                        </a:rPr>
                        <a:t>サーバ</a:t>
                      </a:r>
                      <a:r>
                        <a:rPr lang="en-US" sz="1000" dirty="0">
                          <a:effectLst/>
                        </a:rPr>
                        <a:t>#1</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bbsv513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168847639"/>
                  </a:ext>
                </a:extLst>
              </a:tr>
              <a:tr h="216000">
                <a:tc>
                  <a:txBody>
                    <a:bodyPr/>
                    <a:lstStyle/>
                    <a:p>
                      <a:pPr marL="254000" indent="63500" algn="just"/>
                      <a:r>
                        <a:rPr lang="en-US" sz="1000">
                          <a:effectLst/>
                        </a:rPr>
                        <a:t>Web</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bbsv514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377376759"/>
                  </a:ext>
                </a:extLst>
              </a:tr>
              <a:tr h="216000">
                <a:tc>
                  <a:txBody>
                    <a:bodyPr/>
                    <a:lstStyle/>
                    <a:p>
                      <a:pPr marL="254000" indent="63500" algn="just"/>
                      <a:r>
                        <a:rPr lang="en-US" sz="1000">
                          <a:effectLst/>
                        </a:rPr>
                        <a:t>Backend</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bbsv515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82052370"/>
                  </a:ext>
                </a:extLst>
              </a:tr>
              <a:tr h="216000">
                <a:tc>
                  <a:txBody>
                    <a:bodyPr/>
                    <a:lstStyle/>
                    <a:p>
                      <a:pPr marL="254000" indent="63500" algn="just"/>
                      <a:r>
                        <a:rPr lang="en-US" sz="1000">
                          <a:effectLst/>
                        </a:rPr>
                        <a:t>Backend</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bbsv516</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132609201"/>
                  </a:ext>
                </a:extLst>
              </a:tr>
              <a:tr h="216000">
                <a:tc>
                  <a:txBody>
                    <a:bodyPr/>
                    <a:lstStyle/>
                    <a:p>
                      <a:pPr marL="254000" indent="63500" algn="just"/>
                      <a:r>
                        <a:rPr lang="en-US" sz="1000">
                          <a:effectLst/>
                        </a:rPr>
                        <a:t>SMTP</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bbsv517</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64123262"/>
                  </a:ext>
                </a:extLst>
              </a:tr>
              <a:tr h="216000">
                <a:tc>
                  <a:txBody>
                    <a:bodyPr/>
                    <a:lstStyle/>
                    <a:p>
                      <a:pPr marL="254000" indent="63500" algn="just"/>
                      <a:r>
                        <a:rPr lang="en-US" sz="1000" dirty="0">
                          <a:effectLst/>
                        </a:rPr>
                        <a:t>MySQL</a:t>
                      </a:r>
                      <a:r>
                        <a:rPr lang="ja-JP" sz="1000" dirty="0">
                          <a:effectLst/>
                        </a:rPr>
                        <a:t>サーバ</a:t>
                      </a:r>
                      <a:r>
                        <a:rPr lang="en-US" sz="1000" dirty="0">
                          <a:effectLst/>
                        </a:rPr>
                        <a:t>#1</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bbsv505</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897635350"/>
                  </a:ext>
                </a:extLst>
              </a:tr>
              <a:tr h="216000">
                <a:tc>
                  <a:txBody>
                    <a:bodyPr/>
                    <a:lstStyle/>
                    <a:p>
                      <a:pPr marL="254000" indent="63500" algn="just"/>
                      <a:r>
                        <a:rPr lang="en-US" sz="1000">
                          <a:effectLst/>
                        </a:rPr>
                        <a:t>MySQL</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bbsv506</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825913783"/>
                  </a:ext>
                </a:extLst>
              </a:tr>
              <a:tr h="216000">
                <a:tc>
                  <a:txBody>
                    <a:bodyPr/>
                    <a:lstStyle/>
                    <a:p>
                      <a:pPr marL="254000" indent="63500" algn="just"/>
                      <a:r>
                        <a:rPr lang="en-US" sz="1000">
                          <a:effectLst/>
                        </a:rPr>
                        <a:t>MapR#1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bbsv530</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191506573"/>
                  </a:ext>
                </a:extLst>
              </a:tr>
              <a:tr h="216000">
                <a:tc>
                  <a:txBody>
                    <a:bodyPr/>
                    <a:lstStyle/>
                    <a:p>
                      <a:pPr marL="254000" indent="63500" algn="just"/>
                      <a:r>
                        <a:rPr lang="en-US" sz="1000">
                          <a:effectLst/>
                        </a:rPr>
                        <a:t>MapR#2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86201249"/>
                  </a:ext>
                </a:extLst>
              </a:tr>
              <a:tr h="216000">
                <a:tc>
                  <a:txBody>
                    <a:bodyPr/>
                    <a:lstStyle/>
                    <a:p>
                      <a:pPr marL="254000" indent="63500" algn="just"/>
                      <a:r>
                        <a:rPr lang="en-US" sz="1000">
                          <a:effectLst/>
                        </a:rPr>
                        <a:t>MapR#3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4123361128"/>
                  </a:ext>
                </a:extLst>
              </a:tr>
              <a:tr h="216000">
                <a:tc>
                  <a:txBody>
                    <a:bodyPr/>
                    <a:lstStyle/>
                    <a:p>
                      <a:pPr marL="254000" indent="63500" algn="just"/>
                      <a:r>
                        <a:rPr lang="en-US" sz="1000">
                          <a:effectLst/>
                        </a:rPr>
                        <a:t>MapR#4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22934894"/>
                  </a:ext>
                </a:extLst>
              </a:tr>
              <a:tr h="216000">
                <a:tc>
                  <a:txBody>
                    <a:bodyPr/>
                    <a:lstStyle/>
                    <a:p>
                      <a:pPr marL="254000" indent="63500" algn="just"/>
                      <a:r>
                        <a:rPr lang="en-US" sz="1000">
                          <a:effectLst/>
                        </a:rPr>
                        <a:t>MapR#5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405957172"/>
                  </a:ext>
                </a:extLst>
              </a:tr>
              <a:tr h="216000">
                <a:tc>
                  <a:txBody>
                    <a:bodyPr/>
                    <a:lstStyle/>
                    <a:p>
                      <a:pPr marL="254000" indent="63500" algn="just"/>
                      <a:r>
                        <a:rPr lang="en-US" sz="1000" dirty="0">
                          <a:effectLst/>
                        </a:rPr>
                        <a:t>MapR#6</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188823449"/>
                  </a:ext>
                </a:extLst>
              </a:tr>
              <a:tr h="216000">
                <a:tc>
                  <a:txBody>
                    <a:bodyPr/>
                    <a:lstStyle/>
                    <a:p>
                      <a:pPr marL="254000" indent="63500" algn="just"/>
                      <a:r>
                        <a:rPr lang="en-US" sz="1000">
                          <a:effectLst/>
                        </a:rPr>
                        <a:t>MapR#7</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bbsv536</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004059504"/>
                  </a:ext>
                </a:extLst>
              </a:tr>
              <a:tr h="216000">
                <a:tc>
                  <a:txBody>
                    <a:bodyPr/>
                    <a:lstStyle/>
                    <a:p>
                      <a:pPr marL="254000" indent="63500" algn="just"/>
                      <a:r>
                        <a:rPr lang="en-US" sz="1000">
                          <a:effectLst/>
                        </a:rPr>
                        <a:t>MapR#8</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bbsv537</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857657007"/>
                  </a:ext>
                </a:extLst>
              </a:tr>
              <a:tr h="216000">
                <a:tc>
                  <a:txBody>
                    <a:bodyPr/>
                    <a:lstStyle/>
                    <a:p>
                      <a:pPr marL="254000" indent="63500" algn="just"/>
                      <a:r>
                        <a:rPr lang="ja-JP" sz="1000" dirty="0">
                          <a:effectLst/>
                        </a:rPr>
                        <a:t>踏み台サーバ</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bbsv507</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517217475"/>
                  </a:ext>
                </a:extLst>
              </a:tr>
            </a:tbl>
          </a:graphicData>
        </a:graphic>
      </p:graphicFrame>
      <p:graphicFrame>
        <p:nvGraphicFramePr>
          <p:cNvPr id="23" name="表 22">
            <a:extLst>
              <a:ext uri="{FF2B5EF4-FFF2-40B4-BE49-F238E27FC236}">
                <a16:creationId xmlns:a16="http://schemas.microsoft.com/office/drawing/2014/main" id="{9C559843-089D-4BC0-A7DC-85124AB8BF55}"/>
              </a:ext>
            </a:extLst>
          </p:cNvPr>
          <p:cNvGraphicFramePr>
            <a:graphicFrameLocks noGrp="1"/>
          </p:cNvGraphicFramePr>
          <p:nvPr>
            <p:extLst>
              <p:ext uri="{D42A27DB-BD31-4B8C-83A1-F6EECF244321}">
                <p14:modId xmlns:p14="http://schemas.microsoft.com/office/powerpoint/2010/main" val="3311705210"/>
              </p:ext>
            </p:extLst>
          </p:nvPr>
        </p:nvGraphicFramePr>
        <p:xfrm>
          <a:off x="8219484" y="2421296"/>
          <a:ext cx="2917076" cy="2592000"/>
        </p:xfrm>
        <a:graphic>
          <a:graphicData uri="http://schemas.openxmlformats.org/drawingml/2006/table">
            <a:tbl>
              <a:tblPr firstRow="1" firstCol="1" bandRow="1">
                <a:tableStyleId>{5C22544A-7EE6-4342-B048-85BDC9FD1C3A}</a:tableStyleId>
              </a:tblPr>
              <a:tblGrid>
                <a:gridCol w="1458538">
                  <a:extLst>
                    <a:ext uri="{9D8B030D-6E8A-4147-A177-3AD203B41FA5}">
                      <a16:colId xmlns:a16="http://schemas.microsoft.com/office/drawing/2014/main" val="3361298271"/>
                    </a:ext>
                  </a:extLst>
                </a:gridCol>
                <a:gridCol w="1458538">
                  <a:extLst>
                    <a:ext uri="{9D8B030D-6E8A-4147-A177-3AD203B41FA5}">
                      <a16:colId xmlns:a16="http://schemas.microsoft.com/office/drawing/2014/main" val="1300536378"/>
                    </a:ext>
                  </a:extLst>
                </a:gridCol>
              </a:tblGrid>
              <a:tr h="216000">
                <a:tc>
                  <a:txBody>
                    <a:bodyPr/>
                    <a:lstStyle/>
                    <a:p>
                      <a:pPr marL="254000" indent="63500" algn="just"/>
                      <a:r>
                        <a:rPr lang="ja-JP" sz="1000" dirty="0">
                          <a:effectLst/>
                        </a:rPr>
                        <a:t>サーバ名</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ja-JP" sz="1000">
                          <a:effectLst/>
                        </a:rPr>
                        <a:t>ホスト名</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867698334"/>
                  </a:ext>
                </a:extLst>
              </a:tr>
              <a:tr h="216000">
                <a:tc>
                  <a:txBody>
                    <a:bodyPr/>
                    <a:lstStyle/>
                    <a:p>
                      <a:pPr marL="254000" indent="63500" algn="just"/>
                      <a:r>
                        <a:rPr lang="en-US" sz="1000">
                          <a:effectLst/>
                        </a:rPr>
                        <a:t>Web</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bbsv600</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860566351"/>
                  </a:ext>
                </a:extLst>
              </a:tr>
              <a:tr h="216000">
                <a:tc>
                  <a:txBody>
                    <a:bodyPr/>
                    <a:lstStyle/>
                    <a:p>
                      <a:pPr marL="254000" indent="63500" algn="just"/>
                      <a:r>
                        <a:rPr lang="en-US" sz="1000">
                          <a:effectLst/>
                        </a:rPr>
                        <a:t>Backend</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bbsv602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5706078"/>
                  </a:ext>
                </a:extLst>
              </a:tr>
              <a:tr h="216000">
                <a:tc>
                  <a:txBody>
                    <a:bodyPr/>
                    <a:lstStyle/>
                    <a:p>
                      <a:pPr marL="254000" indent="63500" algn="just"/>
                      <a:r>
                        <a:rPr lang="en-US" sz="1000">
                          <a:effectLst/>
                        </a:rPr>
                        <a:t>SMTP</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bbsv604</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709901254"/>
                  </a:ext>
                </a:extLst>
              </a:tr>
              <a:tr h="216000">
                <a:tc>
                  <a:txBody>
                    <a:bodyPr/>
                    <a:lstStyle/>
                    <a:p>
                      <a:pPr marL="254000" indent="63500" algn="just"/>
                      <a:r>
                        <a:rPr lang="en-US" sz="1000">
                          <a:effectLst/>
                        </a:rPr>
                        <a:t>MySQL</a:t>
                      </a:r>
                      <a:r>
                        <a:rPr lang="ja-JP" sz="1000">
                          <a:effectLst/>
                        </a:rPr>
                        <a:t>サーバ</a:t>
                      </a:r>
                      <a:r>
                        <a:rPr lang="en-US" sz="1000">
                          <a:effectLst/>
                        </a:rPr>
                        <a:t>#1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bbsv605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936753831"/>
                  </a:ext>
                </a:extLst>
              </a:tr>
              <a:tr h="216000">
                <a:tc>
                  <a:txBody>
                    <a:bodyPr/>
                    <a:lstStyle/>
                    <a:p>
                      <a:pPr marL="254000" indent="63500" algn="just"/>
                      <a:r>
                        <a:rPr lang="en-US" sz="1000">
                          <a:effectLst/>
                        </a:rPr>
                        <a:t>MySQL</a:t>
                      </a:r>
                      <a:r>
                        <a:rPr lang="ja-JP" sz="1000">
                          <a:effectLst/>
                        </a:rPr>
                        <a:t>サーバ</a:t>
                      </a:r>
                      <a:r>
                        <a:rPr lang="en-US" sz="1000">
                          <a:effectLst/>
                        </a:rPr>
                        <a:t>#2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bbsv606</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302870107"/>
                  </a:ext>
                </a:extLst>
              </a:tr>
              <a:tr h="216000">
                <a:tc>
                  <a:txBody>
                    <a:bodyPr/>
                    <a:lstStyle/>
                    <a:p>
                      <a:pPr marL="254000" indent="63500" algn="just"/>
                      <a:r>
                        <a:rPr lang="en-US" sz="1000">
                          <a:effectLst/>
                        </a:rPr>
                        <a:t>MapR#1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bbsv608</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433966277"/>
                  </a:ext>
                </a:extLst>
              </a:tr>
              <a:tr h="216000">
                <a:tc>
                  <a:txBody>
                    <a:bodyPr/>
                    <a:lstStyle/>
                    <a:p>
                      <a:pPr marL="254000" indent="63500" algn="just"/>
                      <a:r>
                        <a:rPr lang="en-US" sz="1000">
                          <a:effectLst/>
                        </a:rPr>
                        <a:t>MapR#2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bbsv609</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982657911"/>
                  </a:ext>
                </a:extLst>
              </a:tr>
              <a:tr h="216000">
                <a:tc>
                  <a:txBody>
                    <a:bodyPr/>
                    <a:lstStyle/>
                    <a:p>
                      <a:pPr marL="254000" indent="63500" algn="just"/>
                      <a:r>
                        <a:rPr lang="en-US" sz="1000">
                          <a:effectLst/>
                        </a:rPr>
                        <a:t>MapR#3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bbsv610</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989948256"/>
                  </a:ext>
                </a:extLst>
              </a:tr>
              <a:tr h="216000">
                <a:tc>
                  <a:txBody>
                    <a:bodyPr/>
                    <a:lstStyle/>
                    <a:p>
                      <a:pPr marL="254000" indent="63500" algn="just"/>
                      <a:r>
                        <a:rPr lang="en-US" sz="1000">
                          <a:effectLst/>
                        </a:rPr>
                        <a:t>MapR#4</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bbsv611</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529418728"/>
                  </a:ext>
                </a:extLst>
              </a:tr>
              <a:tr h="216000">
                <a:tc>
                  <a:txBody>
                    <a:bodyPr/>
                    <a:lstStyle/>
                    <a:p>
                      <a:pPr marL="254000" indent="63500" algn="just"/>
                      <a:r>
                        <a:rPr lang="en-US" sz="1000">
                          <a:effectLst/>
                        </a:rPr>
                        <a:t>MapR#5</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a:effectLst/>
                        </a:rPr>
                        <a:t>bbsv612</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432332449"/>
                  </a:ext>
                </a:extLst>
              </a:tr>
              <a:tr h="216000">
                <a:tc>
                  <a:txBody>
                    <a:bodyPr/>
                    <a:lstStyle/>
                    <a:p>
                      <a:pPr marL="254000" indent="63500" algn="just"/>
                      <a:r>
                        <a:rPr lang="ja-JP" sz="1000" dirty="0">
                          <a:effectLst/>
                        </a:rPr>
                        <a:t>踏み台サーバ</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bbsv607</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86291612"/>
                  </a:ext>
                </a:extLst>
              </a:tr>
            </a:tbl>
          </a:graphicData>
        </a:graphic>
      </p:graphicFrame>
      <p:graphicFrame>
        <p:nvGraphicFramePr>
          <p:cNvPr id="24" name="表 23">
            <a:extLst>
              <a:ext uri="{FF2B5EF4-FFF2-40B4-BE49-F238E27FC236}">
                <a16:creationId xmlns:a16="http://schemas.microsoft.com/office/drawing/2014/main" id="{DF412A0C-25DB-4160-AC26-CE2F42EB5B29}"/>
              </a:ext>
            </a:extLst>
          </p:cNvPr>
          <p:cNvGraphicFramePr>
            <a:graphicFrameLocks noGrp="1"/>
          </p:cNvGraphicFramePr>
          <p:nvPr>
            <p:extLst>
              <p:ext uri="{D42A27DB-BD31-4B8C-83A1-F6EECF244321}">
                <p14:modId xmlns:p14="http://schemas.microsoft.com/office/powerpoint/2010/main" val="1041880398"/>
              </p:ext>
            </p:extLst>
          </p:nvPr>
        </p:nvGraphicFramePr>
        <p:xfrm>
          <a:off x="8225147" y="5195760"/>
          <a:ext cx="2911413" cy="1626000"/>
        </p:xfrm>
        <a:graphic>
          <a:graphicData uri="http://schemas.openxmlformats.org/drawingml/2006/table">
            <a:tbl>
              <a:tblPr firstRow="1" firstCol="1" bandRow="1">
                <a:tableStyleId>{5C22544A-7EE6-4342-B048-85BDC9FD1C3A}</a:tableStyleId>
              </a:tblPr>
              <a:tblGrid>
                <a:gridCol w="1425021">
                  <a:extLst>
                    <a:ext uri="{9D8B030D-6E8A-4147-A177-3AD203B41FA5}">
                      <a16:colId xmlns:a16="http://schemas.microsoft.com/office/drawing/2014/main" val="2830591629"/>
                    </a:ext>
                  </a:extLst>
                </a:gridCol>
                <a:gridCol w="1486392">
                  <a:extLst>
                    <a:ext uri="{9D8B030D-6E8A-4147-A177-3AD203B41FA5}">
                      <a16:colId xmlns:a16="http://schemas.microsoft.com/office/drawing/2014/main" val="1850760297"/>
                    </a:ext>
                  </a:extLst>
                </a:gridCol>
              </a:tblGrid>
              <a:tr h="216000">
                <a:tc>
                  <a:txBody>
                    <a:bodyPr/>
                    <a:lstStyle/>
                    <a:p>
                      <a:pPr marL="254000" indent="63500" algn="just"/>
                      <a:r>
                        <a:rPr lang="ja-JP" sz="1000" dirty="0">
                          <a:effectLst/>
                        </a:rPr>
                        <a:t>サーバ名</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ja-JP" sz="1000" dirty="0">
                          <a:effectLst/>
                        </a:rPr>
                        <a:t>ホスト名</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1220743213"/>
                  </a:ext>
                </a:extLst>
              </a:tr>
              <a:tr h="216000">
                <a:tc>
                  <a:txBody>
                    <a:bodyPr/>
                    <a:lstStyle/>
                    <a:p>
                      <a:pPr marL="254000" indent="63500" algn="just"/>
                      <a:r>
                        <a:rPr lang="en-US" sz="1000">
                          <a:effectLst/>
                        </a:rPr>
                        <a:t>MapR#1</a:t>
                      </a:r>
                      <a:endParaRPr lang="ja-JP" sz="1000">
                        <a:effectLst/>
                      </a:endParaRPr>
                    </a:p>
                    <a:p>
                      <a:pPr marL="254000" indent="63500" algn="just"/>
                      <a:r>
                        <a:rPr lang="ja-JP" sz="1000">
                          <a:effectLst/>
                        </a:rPr>
                        <a:t>兼 </a:t>
                      </a:r>
                      <a:r>
                        <a:rPr lang="en-US" sz="1000">
                          <a:effectLst/>
                        </a:rPr>
                        <a:t>Backend</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bbsv613</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607531534"/>
                  </a:ext>
                </a:extLst>
              </a:tr>
              <a:tr h="216000">
                <a:tc>
                  <a:txBody>
                    <a:bodyPr/>
                    <a:lstStyle/>
                    <a:p>
                      <a:pPr marL="254000" indent="63500" algn="just"/>
                      <a:r>
                        <a:rPr lang="en-US" sz="1000" dirty="0">
                          <a:effectLst/>
                        </a:rPr>
                        <a:t>MapR#2</a:t>
                      </a:r>
                      <a:endParaRPr lang="ja-JP" sz="1000" dirty="0">
                        <a:effectLst/>
                      </a:endParaRPr>
                    </a:p>
                    <a:p>
                      <a:pPr marL="254000" indent="63500" algn="just"/>
                      <a:r>
                        <a:rPr lang="ja-JP" sz="1000" dirty="0">
                          <a:effectLst/>
                        </a:rPr>
                        <a:t>兼 </a:t>
                      </a:r>
                      <a:r>
                        <a:rPr lang="en-US" sz="1000" dirty="0">
                          <a:effectLst/>
                        </a:rPr>
                        <a:t>MySQL</a:t>
                      </a:r>
                      <a:r>
                        <a:rPr lang="ja-JP" sz="1000" dirty="0">
                          <a:effectLst/>
                        </a:rPr>
                        <a:t>サーバ</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Bbsv614</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17577650"/>
                  </a:ext>
                </a:extLst>
              </a:tr>
              <a:tr h="216000">
                <a:tc>
                  <a:txBody>
                    <a:bodyPr/>
                    <a:lstStyle/>
                    <a:p>
                      <a:pPr marL="254000" indent="63500" algn="just"/>
                      <a:r>
                        <a:rPr lang="en-US" sz="1000">
                          <a:effectLst/>
                        </a:rPr>
                        <a:t>MapR#3</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bbsv615</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3236914751"/>
                  </a:ext>
                </a:extLst>
              </a:tr>
              <a:tr h="216000">
                <a:tc>
                  <a:txBody>
                    <a:bodyPr/>
                    <a:lstStyle/>
                    <a:p>
                      <a:pPr marL="254000" indent="63500" algn="just"/>
                      <a:r>
                        <a:rPr lang="en-US" sz="1000">
                          <a:effectLst/>
                        </a:rPr>
                        <a:t>Web</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bbsv625</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78758703"/>
                  </a:ext>
                </a:extLst>
              </a:tr>
              <a:tr h="216000">
                <a:tc>
                  <a:txBody>
                    <a:bodyPr/>
                    <a:lstStyle/>
                    <a:p>
                      <a:pPr marL="254000" indent="63500" algn="just"/>
                      <a:r>
                        <a:rPr lang="en-US" sz="1000">
                          <a:effectLst/>
                        </a:rPr>
                        <a:t>Backend</a:t>
                      </a:r>
                      <a:r>
                        <a:rPr lang="ja-JP" sz="1000">
                          <a:effectLst/>
                        </a:rPr>
                        <a:t>サーバ</a:t>
                      </a:r>
                      <a:endParaRPr lang="ja-JP" sz="100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tc>
                  <a:txBody>
                    <a:bodyPr/>
                    <a:lstStyle/>
                    <a:p>
                      <a:pPr marL="254000" indent="63500" algn="just"/>
                      <a:r>
                        <a:rPr lang="en-US" sz="1000" dirty="0">
                          <a:effectLst/>
                        </a:rPr>
                        <a:t>bbsv626</a:t>
                      </a:r>
                      <a:endParaRPr lang="ja-JP" sz="1000" dirty="0">
                        <a:effectLst/>
                        <a:latin typeface="Times New Roman" panose="02020603050405020304" pitchFamily="18" charset="0"/>
                        <a:ea typeface="ＭＳ Ｐゴシック" panose="020B0600070205080204" pitchFamily="50" charset="-128"/>
                        <a:cs typeface="Arial" panose="020B0604020202020204" pitchFamily="34" charset="0"/>
                      </a:endParaRPr>
                    </a:p>
                  </a:txBody>
                  <a:tcPr marL="68580" marR="68580" marT="0" marB="0"/>
                </a:tc>
                <a:extLst>
                  <a:ext uri="{0D108BD9-81ED-4DB2-BD59-A6C34878D82A}">
                    <a16:rowId xmlns:a16="http://schemas.microsoft.com/office/drawing/2014/main" val="2949653105"/>
                  </a:ext>
                </a:extLst>
              </a:tr>
            </a:tbl>
          </a:graphicData>
        </a:graphic>
      </p:graphicFrame>
      <p:sp>
        <p:nvSpPr>
          <p:cNvPr id="25" name="コンテンツ プレースホルダー 2">
            <a:extLst>
              <a:ext uri="{FF2B5EF4-FFF2-40B4-BE49-F238E27FC236}">
                <a16:creationId xmlns:a16="http://schemas.microsoft.com/office/drawing/2014/main" id="{6B784605-5BB5-4270-8BFD-4DAD912FF917}"/>
              </a:ext>
            </a:extLst>
          </p:cNvPr>
          <p:cNvSpPr txBox="1">
            <a:spLocks/>
          </p:cNvSpPr>
          <p:nvPr/>
        </p:nvSpPr>
        <p:spPr>
          <a:xfrm>
            <a:off x="8135239" y="2215058"/>
            <a:ext cx="720768" cy="412476"/>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検証機</a:t>
            </a:r>
          </a:p>
        </p:txBody>
      </p:sp>
      <p:sp>
        <p:nvSpPr>
          <p:cNvPr id="27" name="コンテンツ プレースホルダー 2">
            <a:extLst>
              <a:ext uri="{FF2B5EF4-FFF2-40B4-BE49-F238E27FC236}">
                <a16:creationId xmlns:a16="http://schemas.microsoft.com/office/drawing/2014/main" id="{162375B2-0039-4701-A96B-8FA6542D37B9}"/>
              </a:ext>
            </a:extLst>
          </p:cNvPr>
          <p:cNvSpPr txBox="1">
            <a:spLocks/>
          </p:cNvSpPr>
          <p:nvPr/>
        </p:nvSpPr>
        <p:spPr>
          <a:xfrm>
            <a:off x="8144692" y="4960740"/>
            <a:ext cx="831628" cy="412476"/>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開発機</a:t>
            </a:r>
          </a:p>
        </p:txBody>
      </p:sp>
    </p:spTree>
    <p:extLst>
      <p:ext uri="{BB962C8B-B14F-4D97-AF65-F5344CB8AC3E}">
        <p14:creationId xmlns:p14="http://schemas.microsoft.com/office/powerpoint/2010/main" val="883528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7200C7-EA8F-4E0E-981F-F6896F7F942D}"/>
              </a:ext>
            </a:extLst>
          </p:cNvPr>
          <p:cNvSpPr>
            <a:spLocks noGrp="1"/>
          </p:cNvSpPr>
          <p:nvPr>
            <p:ph type="sldNum" sz="quarter" idx="16"/>
          </p:nvPr>
        </p:nvSpPr>
        <p:spPr/>
        <p:txBody>
          <a:bodyPr/>
          <a:lstStyle/>
          <a:p>
            <a:fld id="{982DF7F2-B14C-47C5-B9A4-9372430F170B}" type="slidenum">
              <a:rPr lang="ja-JP" altLang="en-US" smtClean="0"/>
              <a:pPr/>
              <a:t>3</a:t>
            </a:fld>
            <a:endParaRPr lang="ja-JP" altLang="en-US"/>
          </a:p>
        </p:txBody>
      </p:sp>
      <p:sp>
        <p:nvSpPr>
          <p:cNvPr id="4" name="タイトル 3">
            <a:extLst>
              <a:ext uri="{FF2B5EF4-FFF2-40B4-BE49-F238E27FC236}">
                <a16:creationId xmlns:a16="http://schemas.microsoft.com/office/drawing/2014/main" id="{7B0087A2-924A-475E-9C24-571F76090E54}"/>
              </a:ext>
            </a:extLst>
          </p:cNvPr>
          <p:cNvSpPr>
            <a:spLocks noGrp="1"/>
          </p:cNvSpPr>
          <p:nvPr>
            <p:ph type="title"/>
          </p:nvPr>
        </p:nvSpPr>
        <p:spPr/>
        <p:txBody>
          <a:bodyPr/>
          <a:lstStyle/>
          <a:p>
            <a:r>
              <a:rPr kumimoji="1" lang="ja-JP" altLang="en-US" dirty="0"/>
              <a:t>保守内容</a:t>
            </a:r>
          </a:p>
        </p:txBody>
      </p:sp>
      <p:graphicFrame>
        <p:nvGraphicFramePr>
          <p:cNvPr id="14" name="表 14">
            <a:extLst>
              <a:ext uri="{FF2B5EF4-FFF2-40B4-BE49-F238E27FC236}">
                <a16:creationId xmlns:a16="http://schemas.microsoft.com/office/drawing/2014/main" id="{573FD634-F807-4536-A8E6-4C7E2869E9C7}"/>
              </a:ext>
            </a:extLst>
          </p:cNvPr>
          <p:cNvGraphicFramePr>
            <a:graphicFrameLocks noGrp="1"/>
          </p:cNvGraphicFramePr>
          <p:nvPr>
            <p:extLst>
              <p:ext uri="{D42A27DB-BD31-4B8C-83A1-F6EECF244321}">
                <p14:modId xmlns:p14="http://schemas.microsoft.com/office/powerpoint/2010/main" val="4243732469"/>
              </p:ext>
            </p:extLst>
          </p:nvPr>
        </p:nvGraphicFramePr>
        <p:xfrm>
          <a:off x="338400" y="908720"/>
          <a:ext cx="11557269" cy="4556760"/>
        </p:xfrm>
        <a:graphic>
          <a:graphicData uri="http://schemas.openxmlformats.org/drawingml/2006/table">
            <a:tbl>
              <a:tblPr firstRow="1" bandRow="1">
                <a:tableStyleId>{5C22544A-7EE6-4342-B048-85BDC9FD1C3A}</a:tableStyleId>
              </a:tblPr>
              <a:tblGrid>
                <a:gridCol w="1514347">
                  <a:extLst>
                    <a:ext uri="{9D8B030D-6E8A-4147-A177-3AD203B41FA5}">
                      <a16:colId xmlns:a16="http://schemas.microsoft.com/office/drawing/2014/main" val="3904683308"/>
                    </a:ext>
                  </a:extLst>
                </a:gridCol>
                <a:gridCol w="1372682">
                  <a:extLst>
                    <a:ext uri="{9D8B030D-6E8A-4147-A177-3AD203B41FA5}">
                      <a16:colId xmlns:a16="http://schemas.microsoft.com/office/drawing/2014/main" val="1580273140"/>
                    </a:ext>
                  </a:extLst>
                </a:gridCol>
                <a:gridCol w="6647184">
                  <a:extLst>
                    <a:ext uri="{9D8B030D-6E8A-4147-A177-3AD203B41FA5}">
                      <a16:colId xmlns:a16="http://schemas.microsoft.com/office/drawing/2014/main" val="554410963"/>
                    </a:ext>
                  </a:extLst>
                </a:gridCol>
                <a:gridCol w="1011528">
                  <a:extLst>
                    <a:ext uri="{9D8B030D-6E8A-4147-A177-3AD203B41FA5}">
                      <a16:colId xmlns:a16="http://schemas.microsoft.com/office/drawing/2014/main" val="1504338030"/>
                    </a:ext>
                  </a:extLst>
                </a:gridCol>
                <a:gridCol w="1011528">
                  <a:extLst>
                    <a:ext uri="{9D8B030D-6E8A-4147-A177-3AD203B41FA5}">
                      <a16:colId xmlns:a16="http://schemas.microsoft.com/office/drawing/2014/main" val="3502534728"/>
                    </a:ext>
                  </a:extLst>
                </a:gridCol>
              </a:tblGrid>
              <a:tr h="370840">
                <a:tc rowSpan="2">
                  <a:txBody>
                    <a:bodyPr/>
                    <a:lstStyle/>
                    <a:p>
                      <a:r>
                        <a:rPr kumimoji="1" lang="ja-JP" altLang="en-US" sz="1400" b="1" dirty="0">
                          <a:solidFill>
                            <a:schemeClr val="bg1"/>
                          </a:solidFill>
                          <a:latin typeface="+mn-ea"/>
                          <a:ea typeface="+mn-ea"/>
                        </a:rPr>
                        <a:t>区分</a:t>
                      </a:r>
                    </a:p>
                  </a:txBody>
                  <a:tcPr/>
                </a:tc>
                <a:tc rowSpan="2">
                  <a:txBody>
                    <a:bodyPr/>
                    <a:lstStyle/>
                    <a:p>
                      <a:r>
                        <a:rPr kumimoji="1" lang="ja-JP" altLang="en-US" sz="1400" b="1" dirty="0">
                          <a:solidFill>
                            <a:schemeClr val="bg1"/>
                          </a:solidFill>
                          <a:latin typeface="+mn-ea"/>
                          <a:ea typeface="+mn-ea"/>
                        </a:rPr>
                        <a:t>内容</a:t>
                      </a:r>
                    </a:p>
                  </a:txBody>
                  <a:tcPr/>
                </a:tc>
                <a:tc rowSpan="2">
                  <a:txBody>
                    <a:bodyPr/>
                    <a:lstStyle/>
                    <a:p>
                      <a:r>
                        <a:rPr kumimoji="1" lang="ja-JP" altLang="en-US" sz="1400" b="1" dirty="0">
                          <a:solidFill>
                            <a:schemeClr val="bg1"/>
                          </a:solidFill>
                          <a:latin typeface="+mn-ea"/>
                          <a:ea typeface="+mn-ea"/>
                        </a:rPr>
                        <a:t>詳細</a:t>
                      </a:r>
                    </a:p>
                  </a:txBody>
                  <a:tcPr/>
                </a:tc>
                <a:tc gridSpan="2">
                  <a:txBody>
                    <a:bodyPr/>
                    <a:lstStyle/>
                    <a:p>
                      <a:r>
                        <a:rPr kumimoji="1" lang="ja-JP" altLang="en-US" sz="1400" dirty="0">
                          <a:latin typeface="+mn-ea"/>
                          <a:ea typeface="+mn-ea"/>
                        </a:rPr>
                        <a:t>対象サーバ</a:t>
                      </a:r>
                    </a:p>
                  </a:txBody>
                  <a:tcPr/>
                </a:tc>
                <a:tc hMerge="1">
                  <a:txBody>
                    <a:bodyPr/>
                    <a:lstStyle/>
                    <a:p>
                      <a:endParaRPr kumimoji="1" lang="ja-JP" altLang="en-US" sz="1400" dirty="0">
                        <a:latin typeface="+mn-ea"/>
                        <a:ea typeface="+mn-ea"/>
                      </a:endParaRPr>
                    </a:p>
                  </a:txBody>
                  <a:tcPr/>
                </a:tc>
                <a:extLst>
                  <a:ext uri="{0D108BD9-81ED-4DB2-BD59-A6C34878D82A}">
                    <a16:rowId xmlns:a16="http://schemas.microsoft.com/office/drawing/2014/main" val="1380578449"/>
                  </a:ext>
                </a:extLst>
              </a:tr>
              <a:tr h="370840">
                <a:tc vMerge="1">
                  <a:txBody>
                    <a:bodyPr/>
                    <a:lstStyle/>
                    <a:p>
                      <a:r>
                        <a:rPr kumimoji="1" lang="ja-JP" altLang="en-US" sz="1400" b="1" dirty="0">
                          <a:solidFill>
                            <a:schemeClr val="bg1"/>
                          </a:solidFill>
                          <a:latin typeface="+mn-ea"/>
                          <a:ea typeface="+mn-ea"/>
                        </a:rPr>
                        <a:t>区分</a:t>
                      </a:r>
                    </a:p>
                  </a:txBody>
                  <a:tcPr>
                    <a:solidFill>
                      <a:schemeClr val="accent1"/>
                    </a:solidFill>
                  </a:tcPr>
                </a:tc>
                <a:tc vMerge="1">
                  <a:txBody>
                    <a:bodyPr/>
                    <a:lstStyle/>
                    <a:p>
                      <a:r>
                        <a:rPr kumimoji="1" lang="ja-JP" altLang="en-US" sz="1400" b="1" dirty="0">
                          <a:solidFill>
                            <a:schemeClr val="bg1"/>
                          </a:solidFill>
                          <a:latin typeface="+mn-ea"/>
                          <a:ea typeface="+mn-ea"/>
                        </a:rPr>
                        <a:t>内容</a:t>
                      </a:r>
                    </a:p>
                  </a:txBody>
                  <a:tcPr>
                    <a:solidFill>
                      <a:schemeClr val="accent1"/>
                    </a:solidFill>
                  </a:tcPr>
                </a:tc>
                <a:tc vMerge="1">
                  <a:txBody>
                    <a:bodyPr/>
                    <a:lstStyle/>
                    <a:p>
                      <a:r>
                        <a:rPr kumimoji="1" lang="ja-JP" altLang="en-US" sz="1400" b="1" dirty="0">
                          <a:solidFill>
                            <a:schemeClr val="bg1"/>
                          </a:solidFill>
                          <a:latin typeface="+mn-ea"/>
                          <a:ea typeface="+mn-ea"/>
                        </a:rPr>
                        <a:t>詳細</a:t>
                      </a:r>
                    </a:p>
                  </a:txBody>
                  <a:tcPr>
                    <a:solidFill>
                      <a:schemeClr val="accent1"/>
                    </a:solidFill>
                  </a:tcPr>
                </a:tc>
                <a:tc>
                  <a:txBody>
                    <a:bodyPr/>
                    <a:lstStyle/>
                    <a:p>
                      <a:r>
                        <a:rPr kumimoji="1" lang="ja-JP" altLang="en-US" sz="1400" b="1" dirty="0">
                          <a:solidFill>
                            <a:schemeClr val="bg1"/>
                          </a:solidFill>
                          <a:latin typeface="+mn-ea"/>
                          <a:ea typeface="+mn-ea"/>
                        </a:rPr>
                        <a:t>グローバル</a:t>
                      </a:r>
                    </a:p>
                  </a:txBody>
                  <a:tcPr>
                    <a:solidFill>
                      <a:schemeClr val="accent1"/>
                    </a:solidFill>
                  </a:tcPr>
                </a:tc>
                <a:tc>
                  <a:txBody>
                    <a:bodyPr/>
                    <a:lstStyle/>
                    <a:p>
                      <a:r>
                        <a:rPr kumimoji="1" lang="ja-JP" altLang="en-US" sz="1400" b="1" dirty="0">
                          <a:solidFill>
                            <a:schemeClr val="bg1"/>
                          </a:solidFill>
                          <a:latin typeface="+mn-ea"/>
                          <a:ea typeface="+mn-ea"/>
                        </a:rPr>
                        <a:t>中国</a:t>
                      </a:r>
                    </a:p>
                  </a:txBody>
                  <a:tcPr>
                    <a:solidFill>
                      <a:schemeClr val="accent1"/>
                    </a:solidFill>
                  </a:tcPr>
                </a:tc>
                <a:extLst>
                  <a:ext uri="{0D108BD9-81ED-4DB2-BD59-A6C34878D82A}">
                    <a16:rowId xmlns:a16="http://schemas.microsoft.com/office/drawing/2014/main" val="2447111060"/>
                  </a:ext>
                </a:extLst>
              </a:tr>
              <a:tr h="370840">
                <a:tc rowSpan="6">
                  <a:txBody>
                    <a:bodyPr/>
                    <a:lstStyle/>
                    <a:p>
                      <a:r>
                        <a:rPr kumimoji="1" lang="ja-JP" altLang="en-US" sz="1400" dirty="0">
                          <a:latin typeface="+mn-ea"/>
                          <a:ea typeface="+mn-ea"/>
                        </a:rPr>
                        <a:t>アプリ運用保守</a:t>
                      </a:r>
                    </a:p>
                  </a:txBody>
                  <a:tcPr/>
                </a:tc>
                <a:tc>
                  <a:txBody>
                    <a:bodyPr/>
                    <a:lstStyle/>
                    <a:p>
                      <a:r>
                        <a:rPr kumimoji="1" lang="ja-JP" altLang="en-US" sz="1400" dirty="0">
                          <a:latin typeface="+mn-ea"/>
                          <a:ea typeface="+mn-ea"/>
                        </a:rPr>
                        <a:t>ヘルプデスク</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400" dirty="0">
                          <a:effectLst/>
                          <a:latin typeface="+mn-ea"/>
                          <a:ea typeface="+mn-ea"/>
                        </a:rPr>
                        <a:t>マスタ設定および</a:t>
                      </a:r>
                      <a:r>
                        <a:rPr lang="ja-JP" altLang="ja-JP" sz="1400" dirty="0">
                          <a:effectLst/>
                          <a:latin typeface="+mn-ea"/>
                          <a:ea typeface="+mn-ea"/>
                        </a:rPr>
                        <a:t>格納されているデータに関する問い合わせ</a:t>
                      </a:r>
                      <a:r>
                        <a:rPr lang="ja-JP" altLang="en-US" sz="1400" dirty="0">
                          <a:effectLst/>
                          <a:latin typeface="+mn-ea"/>
                          <a:ea typeface="+mn-ea"/>
                        </a:rPr>
                        <a:t>の回答。</a:t>
                      </a:r>
                      <a:endParaRPr lang="en-US" altLang="ja-JP" sz="1400" dirty="0">
                        <a:effectLst/>
                        <a:latin typeface="+mn-ea"/>
                        <a:ea typeface="+mn-ea"/>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en-US" altLang="ja-JP" sz="1400" dirty="0">
                          <a:effectLst/>
                          <a:latin typeface="+mn-ea"/>
                          <a:ea typeface="+mn-ea"/>
                          <a:cs typeface="Arial" panose="020B0604020202020204" pitchFamily="34" charset="0"/>
                        </a:rPr>
                        <a:t>※</a:t>
                      </a:r>
                      <a:r>
                        <a:rPr lang="ja-JP" altLang="en-US" sz="1400" dirty="0">
                          <a:effectLst/>
                          <a:latin typeface="+mn-ea"/>
                          <a:ea typeface="+mn-ea"/>
                          <a:cs typeface="Arial" panose="020B0604020202020204" pitchFamily="34" charset="0"/>
                        </a:rPr>
                        <a:t>アプリケーションの仕様、不具合に関する問い合わせは範囲外。</a:t>
                      </a:r>
                      <a:endParaRPr lang="ja-JP" altLang="ja-JP" sz="1400" dirty="0">
                        <a:effectLst/>
                        <a:latin typeface="+mn-ea"/>
                        <a:ea typeface="+mn-ea"/>
                        <a:cs typeface="Arial" panose="020B0604020202020204" pitchFamily="34" charset="0"/>
                      </a:endParaRP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234925279"/>
                  </a:ext>
                </a:extLst>
              </a:tr>
              <a:tr h="370840">
                <a:tc vMerge="1">
                  <a:txBody>
                    <a:bodyPr/>
                    <a:lstStyle/>
                    <a:p>
                      <a:endParaRPr kumimoji="1" lang="ja-JP" altLang="en-US" sz="1400" dirty="0">
                        <a:latin typeface="+mn-ea"/>
                        <a:ea typeface="+mn-ea"/>
                      </a:endParaRPr>
                    </a:p>
                  </a:txBody>
                  <a:tcPr/>
                </a:tc>
                <a:tc>
                  <a:txBody>
                    <a:bodyPr/>
                    <a:lstStyle/>
                    <a:p>
                      <a:r>
                        <a:rPr kumimoji="1" lang="ja-JP" altLang="ja-JP" sz="1400" kern="1200" dirty="0">
                          <a:solidFill>
                            <a:schemeClr val="dk1"/>
                          </a:solidFill>
                          <a:effectLst/>
                          <a:latin typeface="+mn-ea"/>
                          <a:ea typeface="+mn-ea"/>
                          <a:cs typeface="+mn-cs"/>
                        </a:rPr>
                        <a:t>データ抽出</a:t>
                      </a:r>
                      <a:endParaRPr kumimoji="1" lang="ja-JP" altLang="en-US" sz="1400" dirty="0">
                        <a:latin typeface="+mn-ea"/>
                        <a:ea typeface="+mn-ea"/>
                      </a:endParaRPr>
                    </a:p>
                  </a:txBody>
                  <a:tcPr/>
                </a:tc>
                <a:tc>
                  <a:txBody>
                    <a:bodyPr/>
                    <a:lstStyle/>
                    <a:p>
                      <a:r>
                        <a:rPr kumimoji="1" lang="ja-JP" altLang="en-US" sz="1400" kern="1200" dirty="0">
                          <a:solidFill>
                            <a:schemeClr val="dk1"/>
                          </a:solidFill>
                          <a:effectLst/>
                          <a:latin typeface="+mn-ea"/>
                          <a:ea typeface="+mn-ea"/>
                          <a:cs typeface="+mn-cs"/>
                        </a:rPr>
                        <a:t>シスメックス</a:t>
                      </a:r>
                      <a:r>
                        <a:rPr kumimoji="1" lang="ja-JP" altLang="ja-JP" sz="1400" kern="1200" dirty="0">
                          <a:solidFill>
                            <a:schemeClr val="dk1"/>
                          </a:solidFill>
                          <a:effectLst/>
                          <a:latin typeface="+mn-ea"/>
                          <a:ea typeface="+mn-ea"/>
                          <a:cs typeface="+mn-cs"/>
                        </a:rPr>
                        <a:t>での調査</a:t>
                      </a:r>
                      <a:r>
                        <a:rPr kumimoji="1" lang="ja-JP" altLang="en-US" sz="1400" kern="1200" dirty="0">
                          <a:solidFill>
                            <a:schemeClr val="dk1"/>
                          </a:solidFill>
                          <a:effectLst/>
                          <a:latin typeface="+mn-ea"/>
                          <a:ea typeface="+mn-ea"/>
                          <a:cs typeface="+mn-cs"/>
                        </a:rPr>
                        <a:t>や分析に</a:t>
                      </a:r>
                      <a:r>
                        <a:rPr kumimoji="1" lang="ja-JP" altLang="ja-JP" sz="1400" kern="1200" dirty="0">
                          <a:solidFill>
                            <a:schemeClr val="dk1"/>
                          </a:solidFill>
                          <a:effectLst/>
                          <a:latin typeface="+mn-ea"/>
                          <a:ea typeface="+mn-ea"/>
                          <a:cs typeface="+mn-cs"/>
                        </a:rPr>
                        <a:t>必要な</a:t>
                      </a:r>
                      <a:r>
                        <a:rPr kumimoji="1" lang="en-US" altLang="ja-JP" sz="1400" kern="1200" dirty="0" err="1">
                          <a:solidFill>
                            <a:schemeClr val="dk1"/>
                          </a:solidFill>
                          <a:effectLst/>
                          <a:latin typeface="+mn-ea"/>
                          <a:ea typeface="+mn-ea"/>
                          <a:cs typeface="+mn-cs"/>
                        </a:rPr>
                        <a:t>MapR</a:t>
                      </a:r>
                      <a:r>
                        <a:rPr kumimoji="1" lang="en-US" altLang="ja-JP" sz="1400" kern="1200" dirty="0">
                          <a:solidFill>
                            <a:schemeClr val="dk1"/>
                          </a:solidFill>
                          <a:effectLst/>
                          <a:latin typeface="+mn-ea"/>
                          <a:ea typeface="+mn-ea"/>
                          <a:cs typeface="+mn-cs"/>
                        </a:rPr>
                        <a:t>-DB</a:t>
                      </a:r>
                      <a:r>
                        <a:rPr kumimoji="1" lang="ja-JP" altLang="ja-JP" sz="1400" kern="1200" dirty="0">
                          <a:solidFill>
                            <a:schemeClr val="dk1"/>
                          </a:solidFill>
                          <a:effectLst/>
                          <a:latin typeface="+mn-ea"/>
                          <a:ea typeface="+mn-ea"/>
                          <a:cs typeface="+mn-cs"/>
                        </a:rPr>
                        <a:t>又は</a:t>
                      </a:r>
                      <a:r>
                        <a:rPr kumimoji="1" lang="en-US" altLang="ja-JP" sz="1400" kern="1200" dirty="0">
                          <a:solidFill>
                            <a:schemeClr val="dk1"/>
                          </a:solidFill>
                          <a:effectLst/>
                          <a:latin typeface="+mn-ea"/>
                          <a:ea typeface="+mn-ea"/>
                          <a:cs typeface="+mn-cs"/>
                        </a:rPr>
                        <a:t>MySQL</a:t>
                      </a:r>
                      <a:r>
                        <a:rPr kumimoji="1" lang="ja-JP" altLang="ja-JP" sz="1400" kern="1200" dirty="0">
                          <a:solidFill>
                            <a:schemeClr val="dk1"/>
                          </a:solidFill>
                          <a:effectLst/>
                          <a:latin typeface="+mn-ea"/>
                          <a:ea typeface="+mn-ea"/>
                          <a:cs typeface="+mn-cs"/>
                        </a:rPr>
                        <a:t>からのデータ抽出</a:t>
                      </a:r>
                      <a:r>
                        <a:rPr kumimoji="1" lang="ja-JP" altLang="en-US" sz="1400" kern="1200" dirty="0">
                          <a:solidFill>
                            <a:schemeClr val="dk1"/>
                          </a:solidFill>
                          <a:effectLst/>
                          <a:latin typeface="+mn-ea"/>
                          <a:ea typeface="+mn-ea"/>
                          <a:cs typeface="+mn-cs"/>
                        </a:rPr>
                        <a:t>の</a:t>
                      </a:r>
                      <a:r>
                        <a:rPr kumimoji="1" lang="ja-JP" altLang="ja-JP" sz="1400" kern="1200" dirty="0">
                          <a:solidFill>
                            <a:schemeClr val="dk1"/>
                          </a:solidFill>
                          <a:effectLst/>
                          <a:latin typeface="+mn-ea"/>
                          <a:ea typeface="+mn-ea"/>
                          <a:cs typeface="+mn-cs"/>
                        </a:rPr>
                        <a:t>実施</a:t>
                      </a:r>
                      <a:r>
                        <a:rPr kumimoji="1" lang="ja-JP" altLang="en-US" sz="1400" kern="1200" dirty="0">
                          <a:solidFill>
                            <a:schemeClr val="dk1"/>
                          </a:solidFill>
                          <a:effectLst/>
                          <a:latin typeface="+mn-ea"/>
                          <a:ea typeface="+mn-ea"/>
                          <a:cs typeface="+mn-cs"/>
                        </a:rPr>
                        <a:t>。</a:t>
                      </a:r>
                      <a:endParaRPr kumimoji="1" lang="en-US" altLang="ja-JP" sz="1400" kern="1200" dirty="0">
                        <a:solidFill>
                          <a:schemeClr val="dk1"/>
                        </a:solidFill>
                        <a:effectLst/>
                        <a:latin typeface="+mn-ea"/>
                        <a:ea typeface="+mn-ea"/>
                        <a:cs typeface="+mn-cs"/>
                      </a:endParaRPr>
                    </a:p>
                  </a:txBody>
                  <a:tcPr/>
                </a:tc>
                <a:tc>
                  <a:txBody>
                    <a:bodyPr/>
                    <a:lstStyle/>
                    <a:p>
                      <a:r>
                        <a:rPr kumimoji="1" lang="ja-JP" altLang="en-US" sz="1400" dirty="0">
                          <a:latin typeface="+mn-ea"/>
                          <a:ea typeface="+mn-ea"/>
                        </a:rPr>
                        <a:t>〇</a:t>
                      </a:r>
                    </a:p>
                  </a:txBody>
                  <a:tcPr/>
                </a:tc>
                <a:tc>
                  <a:txBody>
                    <a:bodyPr/>
                    <a:lstStyle/>
                    <a:p>
                      <a:r>
                        <a:rPr kumimoji="1" lang="en-US" altLang="ja-JP" sz="1400" dirty="0">
                          <a:latin typeface="+mn-ea"/>
                          <a:ea typeface="+mn-ea"/>
                        </a:rPr>
                        <a:t>×</a:t>
                      </a:r>
                    </a:p>
                    <a:p>
                      <a:r>
                        <a:rPr kumimoji="1" lang="en-US" altLang="ja-JP" sz="1400" dirty="0">
                          <a:latin typeface="+mn-ea"/>
                          <a:ea typeface="+mn-ea"/>
                        </a:rPr>
                        <a:t>※</a:t>
                      </a:r>
                      <a:r>
                        <a:rPr kumimoji="1" lang="ja-JP" altLang="en-US" sz="1400" dirty="0">
                          <a:latin typeface="+mn-ea"/>
                          <a:ea typeface="+mn-ea"/>
                        </a:rPr>
                        <a:t>中国法規制対応</a:t>
                      </a:r>
                    </a:p>
                  </a:txBody>
                  <a:tcPr/>
                </a:tc>
                <a:extLst>
                  <a:ext uri="{0D108BD9-81ED-4DB2-BD59-A6C34878D82A}">
                    <a16:rowId xmlns:a16="http://schemas.microsoft.com/office/drawing/2014/main" val="2420083124"/>
                  </a:ext>
                </a:extLst>
              </a:tr>
              <a:tr h="370840">
                <a:tc vMerge="1">
                  <a:txBody>
                    <a:bodyPr/>
                    <a:lstStyle/>
                    <a:p>
                      <a:endParaRPr kumimoji="1" lang="ja-JP" altLang="en-US" sz="1400" dirty="0">
                        <a:latin typeface="+mn-ea"/>
                        <a:ea typeface="+mn-ea"/>
                      </a:endParaRPr>
                    </a:p>
                  </a:txBody>
                  <a:tcPr/>
                </a:tc>
                <a:tc>
                  <a:txBody>
                    <a:bodyPr/>
                    <a:lstStyle/>
                    <a:p>
                      <a:r>
                        <a:rPr kumimoji="1" lang="ja-JP" altLang="en-US" sz="1400" dirty="0">
                          <a:latin typeface="+mn-ea"/>
                          <a:ea typeface="+mn-ea"/>
                        </a:rPr>
                        <a:t>マスタ保守</a:t>
                      </a:r>
                    </a:p>
                  </a:txBody>
                  <a:tcPr/>
                </a:tc>
                <a:tc>
                  <a:txBody>
                    <a:bodyPr/>
                    <a:lstStyle/>
                    <a:p>
                      <a:r>
                        <a:rPr kumimoji="1" lang="ja-JP" altLang="en-US" sz="1400" kern="1200" dirty="0">
                          <a:solidFill>
                            <a:schemeClr val="dk1"/>
                          </a:solidFill>
                          <a:effectLst/>
                          <a:latin typeface="+mn-ea"/>
                          <a:ea typeface="+mn-ea"/>
                          <a:cs typeface="+mn-cs"/>
                        </a:rPr>
                        <a:t>シスメックスからの依頼に基づくマスタの設定値の変更</a:t>
                      </a:r>
                      <a:r>
                        <a:rPr kumimoji="1" lang="en-US" altLang="ja-JP" sz="1400" kern="1200" dirty="0">
                          <a:solidFill>
                            <a:schemeClr val="dk1"/>
                          </a:solidFill>
                          <a:effectLst/>
                          <a:latin typeface="+mn-ea"/>
                          <a:ea typeface="+mn-ea"/>
                          <a:cs typeface="+mn-cs"/>
                        </a:rPr>
                        <a:t>/</a:t>
                      </a:r>
                      <a:r>
                        <a:rPr kumimoji="1" lang="ja-JP" altLang="en-US" sz="1400" kern="1200" dirty="0">
                          <a:solidFill>
                            <a:schemeClr val="dk1"/>
                          </a:solidFill>
                          <a:effectLst/>
                          <a:latin typeface="+mn-ea"/>
                          <a:ea typeface="+mn-ea"/>
                          <a:cs typeface="+mn-cs"/>
                        </a:rPr>
                        <a:t>追加作業の実施。</a:t>
                      </a:r>
                      <a:endParaRPr kumimoji="1" lang="en-US" altLang="ja-JP" sz="1400" kern="1200" dirty="0">
                        <a:solidFill>
                          <a:schemeClr val="dk1"/>
                        </a:solidFill>
                        <a:effectLst/>
                        <a:latin typeface="+mn-ea"/>
                        <a:ea typeface="+mn-ea"/>
                        <a:cs typeface="+mn-cs"/>
                      </a:endParaRP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2215625748"/>
                  </a:ext>
                </a:extLst>
              </a:tr>
              <a:tr h="370840">
                <a:tc vMerge="1">
                  <a:txBody>
                    <a:bodyPr/>
                    <a:lstStyle/>
                    <a:p>
                      <a:endParaRPr kumimoji="1" lang="ja-JP" altLang="en-US" sz="1400" dirty="0">
                        <a:latin typeface="+mn-ea"/>
                        <a:ea typeface="+mn-ea"/>
                      </a:endParaRPr>
                    </a:p>
                  </a:txBody>
                  <a:tcPr/>
                </a:tc>
                <a:tc>
                  <a:txBody>
                    <a:bodyPr/>
                    <a:lstStyle/>
                    <a:p>
                      <a:r>
                        <a:rPr kumimoji="1" lang="ja-JP" altLang="en-US" sz="1400" dirty="0">
                          <a:latin typeface="+mn-ea"/>
                          <a:ea typeface="+mn-ea"/>
                        </a:rPr>
                        <a:t>運用監視</a:t>
                      </a:r>
                    </a:p>
                  </a:txBody>
                  <a:tcPr/>
                </a:tc>
                <a:tc>
                  <a:txBody>
                    <a:bodyPr/>
                    <a:lstStyle/>
                    <a:p>
                      <a:r>
                        <a:rPr kumimoji="1" lang="ja-JP" altLang="en-US" sz="1400" kern="1200" dirty="0">
                          <a:solidFill>
                            <a:schemeClr val="dk1"/>
                          </a:solidFill>
                          <a:effectLst/>
                          <a:latin typeface="+mn-ea"/>
                          <a:ea typeface="+mn-ea"/>
                          <a:cs typeface="+mn-cs"/>
                        </a:rPr>
                        <a:t>アプリのエラーログ確認。</a:t>
                      </a:r>
                      <a:endParaRPr kumimoji="1" lang="en-US" altLang="ja-JP" sz="1400" kern="1200" dirty="0">
                        <a:solidFill>
                          <a:schemeClr val="dk1"/>
                        </a:solidFill>
                        <a:effectLst/>
                        <a:latin typeface="+mn-ea"/>
                        <a:ea typeface="+mn-ea"/>
                        <a:cs typeface="+mn-cs"/>
                      </a:endParaRPr>
                    </a:p>
                    <a:p>
                      <a:r>
                        <a:rPr kumimoji="1" lang="ja-JP" altLang="en-US" sz="1400" kern="1200" dirty="0">
                          <a:solidFill>
                            <a:schemeClr val="dk1"/>
                          </a:solidFill>
                          <a:effectLst/>
                          <a:latin typeface="+mn-ea"/>
                          <a:ea typeface="+mn-ea"/>
                          <a:cs typeface="+mn-cs"/>
                        </a:rPr>
                        <a:t>日次処理</a:t>
                      </a:r>
                      <a:r>
                        <a:rPr kumimoji="1" lang="en-US" altLang="ja-JP" sz="1400" kern="1200" dirty="0">
                          <a:solidFill>
                            <a:schemeClr val="dk1"/>
                          </a:solidFill>
                          <a:effectLst/>
                          <a:latin typeface="+mn-ea"/>
                          <a:ea typeface="+mn-ea"/>
                          <a:cs typeface="+mn-cs"/>
                        </a:rPr>
                        <a:t>/</a:t>
                      </a:r>
                      <a:r>
                        <a:rPr kumimoji="1" lang="ja-JP" altLang="en-US" sz="1400" kern="1200" dirty="0">
                          <a:solidFill>
                            <a:schemeClr val="dk1"/>
                          </a:solidFill>
                          <a:effectLst/>
                          <a:latin typeface="+mn-ea"/>
                          <a:ea typeface="+mn-ea"/>
                          <a:cs typeface="+mn-cs"/>
                        </a:rPr>
                        <a:t>月次処理の稼働確認。</a:t>
                      </a:r>
                      <a:endParaRPr kumimoji="1" lang="en-US" altLang="ja-JP" sz="1400" kern="1200" dirty="0">
                        <a:solidFill>
                          <a:schemeClr val="dk1"/>
                        </a:solidFill>
                        <a:effectLst/>
                        <a:latin typeface="+mn-ea"/>
                        <a:ea typeface="+mn-ea"/>
                        <a:cs typeface="+mn-cs"/>
                      </a:endParaRPr>
                    </a:p>
                    <a:p>
                      <a:r>
                        <a:rPr kumimoji="1" lang="ja-JP" altLang="en-US" sz="1400" kern="1200" dirty="0">
                          <a:solidFill>
                            <a:schemeClr val="dk1"/>
                          </a:solidFill>
                          <a:effectLst/>
                          <a:latin typeface="+mn-ea"/>
                          <a:ea typeface="+mn-ea"/>
                          <a:cs typeface="+mn-cs"/>
                        </a:rPr>
                        <a:t>リアルタイム判定処理のモニタリング（</a:t>
                      </a:r>
                      <a:r>
                        <a:rPr kumimoji="1" lang="en-US" altLang="ja-JP" sz="1400" kern="1200" dirty="0">
                          <a:solidFill>
                            <a:schemeClr val="dk1"/>
                          </a:solidFill>
                          <a:effectLst/>
                          <a:latin typeface="+mn-ea"/>
                          <a:ea typeface="+mn-ea"/>
                          <a:cs typeface="+mn-cs"/>
                        </a:rPr>
                        <a:t>10</a:t>
                      </a:r>
                      <a:r>
                        <a:rPr kumimoji="1" lang="ja-JP" altLang="en-US" sz="1400" kern="1200" dirty="0">
                          <a:solidFill>
                            <a:schemeClr val="dk1"/>
                          </a:solidFill>
                          <a:effectLst/>
                          <a:latin typeface="+mn-ea"/>
                          <a:ea typeface="+mn-ea"/>
                          <a:cs typeface="+mn-cs"/>
                        </a:rPr>
                        <a:t>分以内に完了していることの確認）。</a:t>
                      </a:r>
                      <a:endParaRPr kumimoji="1" lang="en-US" altLang="ja-JP" sz="1400" kern="1200" dirty="0">
                        <a:solidFill>
                          <a:schemeClr val="dk1"/>
                        </a:solidFill>
                        <a:effectLst/>
                        <a:latin typeface="+mn-ea"/>
                        <a:ea typeface="+mn-ea"/>
                        <a:cs typeface="+mn-cs"/>
                      </a:endParaRP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800766235"/>
                  </a:ext>
                </a:extLst>
              </a:tr>
              <a:tr h="370840">
                <a:tc vMerge="1">
                  <a:txBody>
                    <a:bodyPr/>
                    <a:lstStyle/>
                    <a:p>
                      <a:endParaRPr kumimoji="1" lang="ja-JP" altLang="en-US" sz="1400" dirty="0">
                        <a:latin typeface="+mn-ea"/>
                        <a:ea typeface="+mn-ea"/>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インデント管理</a:t>
                      </a:r>
                    </a:p>
                  </a:txBody>
                  <a:tcPr/>
                </a:tc>
                <a:tc>
                  <a:txBody>
                    <a:bodyPr/>
                    <a:lstStyle/>
                    <a:p>
                      <a:r>
                        <a:rPr kumimoji="1" lang="ja-JP" altLang="en-US" sz="1400" dirty="0">
                          <a:latin typeface="+mn-ea"/>
                          <a:ea typeface="+mn-ea"/>
                        </a:rPr>
                        <a:t>シスメックスからのインシデント報告を受けるか、監視業務の中で発見された問題に対して、分析と解決方法の検討。</a:t>
                      </a:r>
                    </a:p>
                    <a:p>
                      <a:r>
                        <a:rPr kumimoji="1" lang="ja-JP" altLang="en-US" sz="1400" dirty="0">
                          <a:latin typeface="+mn-ea"/>
                          <a:ea typeface="+mn-ea"/>
                        </a:rPr>
                        <a:t>必要に応じて、検証環境にて再現テストの実施作業を含む。</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1671686494"/>
                  </a:ext>
                </a:extLst>
              </a:tr>
              <a:tr h="370840">
                <a:tc vMerge="1">
                  <a:txBody>
                    <a:bodyPr/>
                    <a:lstStyle/>
                    <a:p>
                      <a:endParaRPr kumimoji="1" lang="ja-JP" altLang="en-US" sz="1400" dirty="0">
                        <a:latin typeface="+mn-ea"/>
                        <a:ea typeface="+mn-ea"/>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障害時対応</a:t>
                      </a:r>
                    </a:p>
                  </a:txBody>
                  <a:tcPr/>
                </a:tc>
                <a:tc>
                  <a:txBody>
                    <a:bodyPr/>
                    <a:lstStyle/>
                    <a:p>
                      <a:r>
                        <a:rPr kumimoji="1" lang="ja-JP" altLang="en-US" sz="1400" dirty="0">
                          <a:latin typeface="+mn-ea"/>
                          <a:ea typeface="+mn-ea"/>
                        </a:rPr>
                        <a:t>障害一次切り分け（アプリ仕様</a:t>
                      </a:r>
                      <a:r>
                        <a:rPr kumimoji="1" lang="en-US" altLang="ja-JP" sz="1400" dirty="0">
                          <a:latin typeface="+mn-ea"/>
                          <a:ea typeface="+mn-ea"/>
                        </a:rPr>
                        <a:t>/</a:t>
                      </a:r>
                      <a:r>
                        <a:rPr kumimoji="1" lang="ja-JP" altLang="en-US" sz="1400" dirty="0">
                          <a:latin typeface="+mn-ea"/>
                          <a:ea typeface="+mn-ea"/>
                        </a:rPr>
                        <a:t>データ</a:t>
                      </a:r>
                      <a:r>
                        <a:rPr kumimoji="1" lang="en-US" altLang="ja-JP" sz="1400" dirty="0">
                          <a:latin typeface="+mn-ea"/>
                          <a:ea typeface="+mn-ea"/>
                        </a:rPr>
                        <a:t>/</a:t>
                      </a:r>
                      <a:r>
                        <a:rPr kumimoji="1" lang="ja-JP" altLang="en-US" sz="1400" dirty="0">
                          <a:latin typeface="+mn-ea"/>
                          <a:ea typeface="+mn-ea"/>
                        </a:rPr>
                        <a:t>インフラ）。</a:t>
                      </a:r>
                      <a:endParaRPr kumimoji="1" lang="en-US" altLang="ja-JP" sz="1400" dirty="0">
                        <a:latin typeface="+mn-ea"/>
                        <a:ea typeface="+mn-ea"/>
                      </a:endParaRPr>
                    </a:p>
                    <a:p>
                      <a:r>
                        <a:rPr kumimoji="1" lang="ja-JP" altLang="en-US" sz="1400" kern="1200" dirty="0">
                          <a:solidFill>
                            <a:schemeClr val="dk1"/>
                          </a:solidFill>
                          <a:effectLst/>
                          <a:latin typeface="+mn-ea"/>
                          <a:ea typeface="+mn-ea"/>
                          <a:cs typeface="+mn-cs"/>
                        </a:rPr>
                        <a:t>データ起因の場合の対応の実施。</a:t>
                      </a:r>
                      <a:endParaRPr kumimoji="1" lang="en-US" altLang="ja-JP" sz="1400" kern="1200" dirty="0">
                        <a:solidFill>
                          <a:schemeClr val="dk1"/>
                        </a:solidFill>
                        <a:effectLst/>
                        <a:latin typeface="+mn-ea"/>
                        <a:ea typeface="+mn-ea"/>
                        <a:cs typeface="+mn-cs"/>
                      </a:endParaRPr>
                    </a:p>
                    <a:p>
                      <a:r>
                        <a:rPr kumimoji="1" lang="en-US" altLang="ja-JP" sz="1400" kern="1200" dirty="0">
                          <a:solidFill>
                            <a:schemeClr val="dk1"/>
                          </a:solidFill>
                          <a:effectLst/>
                          <a:latin typeface="+mn-ea"/>
                          <a:ea typeface="+mn-ea"/>
                          <a:cs typeface="+mn-cs"/>
                        </a:rPr>
                        <a:t>※</a:t>
                      </a:r>
                      <a:r>
                        <a:rPr kumimoji="1" lang="ja-JP" altLang="en-US" sz="1400" kern="1200" dirty="0">
                          <a:solidFill>
                            <a:schemeClr val="dk1"/>
                          </a:solidFill>
                          <a:effectLst/>
                          <a:latin typeface="+mn-ea"/>
                          <a:ea typeface="+mn-ea"/>
                          <a:cs typeface="+mn-cs"/>
                        </a:rPr>
                        <a:t>アプリの仕様およびインフラの場合はシスメックスから担当チームへエスカレーション。</a:t>
                      </a:r>
                      <a:endParaRPr kumimoji="1" lang="en-US" altLang="ja-JP" sz="1400" kern="1200" dirty="0">
                        <a:solidFill>
                          <a:schemeClr val="dk1"/>
                        </a:solidFill>
                        <a:effectLst/>
                        <a:latin typeface="+mn-ea"/>
                        <a:ea typeface="+mn-ea"/>
                        <a:cs typeface="+mn-cs"/>
                      </a:endParaRP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3340170046"/>
                  </a:ext>
                </a:extLst>
              </a:tr>
            </a:tbl>
          </a:graphicData>
        </a:graphic>
      </p:graphicFrame>
    </p:spTree>
    <p:extLst>
      <p:ext uri="{BB962C8B-B14F-4D97-AF65-F5344CB8AC3E}">
        <p14:creationId xmlns:p14="http://schemas.microsoft.com/office/powerpoint/2010/main" val="3229724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7200C7-EA8F-4E0E-981F-F6896F7F942D}"/>
              </a:ext>
            </a:extLst>
          </p:cNvPr>
          <p:cNvSpPr>
            <a:spLocks noGrp="1"/>
          </p:cNvSpPr>
          <p:nvPr>
            <p:ph type="sldNum" sz="quarter" idx="16"/>
          </p:nvPr>
        </p:nvSpPr>
        <p:spPr/>
        <p:txBody>
          <a:bodyPr/>
          <a:lstStyle/>
          <a:p>
            <a:fld id="{982DF7F2-B14C-47C5-B9A4-9372430F170B}" type="slidenum">
              <a:rPr lang="ja-JP" altLang="en-US" smtClean="0"/>
              <a:pPr/>
              <a:t>4</a:t>
            </a:fld>
            <a:endParaRPr lang="ja-JP" altLang="en-US"/>
          </a:p>
        </p:txBody>
      </p:sp>
      <p:sp>
        <p:nvSpPr>
          <p:cNvPr id="4" name="タイトル 3">
            <a:extLst>
              <a:ext uri="{FF2B5EF4-FFF2-40B4-BE49-F238E27FC236}">
                <a16:creationId xmlns:a16="http://schemas.microsoft.com/office/drawing/2014/main" id="{7B0087A2-924A-475E-9C24-571F76090E54}"/>
              </a:ext>
            </a:extLst>
          </p:cNvPr>
          <p:cNvSpPr>
            <a:spLocks noGrp="1"/>
          </p:cNvSpPr>
          <p:nvPr>
            <p:ph type="title"/>
          </p:nvPr>
        </p:nvSpPr>
        <p:spPr/>
        <p:txBody>
          <a:bodyPr/>
          <a:lstStyle/>
          <a:p>
            <a:r>
              <a:rPr kumimoji="1" lang="ja-JP" altLang="en-US" dirty="0"/>
              <a:t>保守内容</a:t>
            </a:r>
          </a:p>
        </p:txBody>
      </p:sp>
      <p:graphicFrame>
        <p:nvGraphicFramePr>
          <p:cNvPr id="14" name="表 14">
            <a:extLst>
              <a:ext uri="{FF2B5EF4-FFF2-40B4-BE49-F238E27FC236}">
                <a16:creationId xmlns:a16="http://schemas.microsoft.com/office/drawing/2014/main" id="{573FD634-F807-4536-A8E6-4C7E2869E9C7}"/>
              </a:ext>
            </a:extLst>
          </p:cNvPr>
          <p:cNvGraphicFramePr>
            <a:graphicFrameLocks noGrp="1"/>
          </p:cNvGraphicFramePr>
          <p:nvPr>
            <p:extLst>
              <p:ext uri="{D42A27DB-BD31-4B8C-83A1-F6EECF244321}">
                <p14:modId xmlns:p14="http://schemas.microsoft.com/office/powerpoint/2010/main" val="2195541517"/>
              </p:ext>
            </p:extLst>
          </p:nvPr>
        </p:nvGraphicFramePr>
        <p:xfrm>
          <a:off x="338400" y="908720"/>
          <a:ext cx="11557269" cy="5039360"/>
        </p:xfrm>
        <a:graphic>
          <a:graphicData uri="http://schemas.openxmlformats.org/drawingml/2006/table">
            <a:tbl>
              <a:tblPr firstRow="1" bandRow="1">
                <a:tableStyleId>{5C22544A-7EE6-4342-B048-85BDC9FD1C3A}</a:tableStyleId>
              </a:tblPr>
              <a:tblGrid>
                <a:gridCol w="1514347">
                  <a:extLst>
                    <a:ext uri="{9D8B030D-6E8A-4147-A177-3AD203B41FA5}">
                      <a16:colId xmlns:a16="http://schemas.microsoft.com/office/drawing/2014/main" val="3904683308"/>
                    </a:ext>
                  </a:extLst>
                </a:gridCol>
                <a:gridCol w="1372682">
                  <a:extLst>
                    <a:ext uri="{9D8B030D-6E8A-4147-A177-3AD203B41FA5}">
                      <a16:colId xmlns:a16="http://schemas.microsoft.com/office/drawing/2014/main" val="1580273140"/>
                    </a:ext>
                  </a:extLst>
                </a:gridCol>
                <a:gridCol w="6647184">
                  <a:extLst>
                    <a:ext uri="{9D8B030D-6E8A-4147-A177-3AD203B41FA5}">
                      <a16:colId xmlns:a16="http://schemas.microsoft.com/office/drawing/2014/main" val="554410963"/>
                    </a:ext>
                  </a:extLst>
                </a:gridCol>
                <a:gridCol w="1011528">
                  <a:extLst>
                    <a:ext uri="{9D8B030D-6E8A-4147-A177-3AD203B41FA5}">
                      <a16:colId xmlns:a16="http://schemas.microsoft.com/office/drawing/2014/main" val="1504338030"/>
                    </a:ext>
                  </a:extLst>
                </a:gridCol>
                <a:gridCol w="1011528">
                  <a:extLst>
                    <a:ext uri="{9D8B030D-6E8A-4147-A177-3AD203B41FA5}">
                      <a16:colId xmlns:a16="http://schemas.microsoft.com/office/drawing/2014/main" val="3502534728"/>
                    </a:ext>
                  </a:extLst>
                </a:gridCol>
              </a:tblGrid>
              <a:tr h="370840">
                <a:tc rowSpan="2">
                  <a:txBody>
                    <a:bodyPr/>
                    <a:lstStyle/>
                    <a:p>
                      <a:r>
                        <a:rPr kumimoji="1" lang="ja-JP" altLang="en-US" sz="1400" b="1" dirty="0">
                          <a:solidFill>
                            <a:schemeClr val="bg1"/>
                          </a:solidFill>
                          <a:latin typeface="+mn-ea"/>
                          <a:ea typeface="+mn-ea"/>
                        </a:rPr>
                        <a:t>区分</a:t>
                      </a:r>
                    </a:p>
                  </a:txBody>
                  <a:tcPr/>
                </a:tc>
                <a:tc rowSpan="2">
                  <a:txBody>
                    <a:bodyPr/>
                    <a:lstStyle/>
                    <a:p>
                      <a:r>
                        <a:rPr kumimoji="1" lang="ja-JP" altLang="en-US" sz="1400" b="1" dirty="0">
                          <a:solidFill>
                            <a:schemeClr val="bg1"/>
                          </a:solidFill>
                          <a:latin typeface="+mn-ea"/>
                          <a:ea typeface="+mn-ea"/>
                        </a:rPr>
                        <a:t>内容</a:t>
                      </a:r>
                    </a:p>
                  </a:txBody>
                  <a:tcPr/>
                </a:tc>
                <a:tc rowSpan="2">
                  <a:txBody>
                    <a:bodyPr/>
                    <a:lstStyle/>
                    <a:p>
                      <a:r>
                        <a:rPr kumimoji="1" lang="ja-JP" altLang="en-US" sz="1400" b="1" dirty="0">
                          <a:solidFill>
                            <a:schemeClr val="bg1"/>
                          </a:solidFill>
                          <a:latin typeface="+mn-ea"/>
                          <a:ea typeface="+mn-ea"/>
                        </a:rPr>
                        <a:t>詳細</a:t>
                      </a:r>
                    </a:p>
                  </a:txBody>
                  <a:tcPr/>
                </a:tc>
                <a:tc gridSpan="2">
                  <a:txBody>
                    <a:bodyPr/>
                    <a:lstStyle/>
                    <a:p>
                      <a:r>
                        <a:rPr kumimoji="1" lang="ja-JP" altLang="en-US" sz="1400" dirty="0">
                          <a:latin typeface="+mn-ea"/>
                          <a:ea typeface="+mn-ea"/>
                        </a:rPr>
                        <a:t>対象サーバ</a:t>
                      </a:r>
                    </a:p>
                  </a:txBody>
                  <a:tcPr/>
                </a:tc>
                <a:tc hMerge="1">
                  <a:txBody>
                    <a:bodyPr/>
                    <a:lstStyle/>
                    <a:p>
                      <a:endParaRPr kumimoji="1" lang="ja-JP" altLang="en-US" sz="1400" dirty="0">
                        <a:latin typeface="+mn-ea"/>
                        <a:ea typeface="+mn-ea"/>
                      </a:endParaRPr>
                    </a:p>
                  </a:txBody>
                  <a:tcPr/>
                </a:tc>
                <a:extLst>
                  <a:ext uri="{0D108BD9-81ED-4DB2-BD59-A6C34878D82A}">
                    <a16:rowId xmlns:a16="http://schemas.microsoft.com/office/drawing/2014/main" val="1380578449"/>
                  </a:ext>
                </a:extLst>
              </a:tr>
              <a:tr h="370840">
                <a:tc vMerge="1">
                  <a:txBody>
                    <a:bodyPr/>
                    <a:lstStyle/>
                    <a:p>
                      <a:r>
                        <a:rPr kumimoji="1" lang="ja-JP" altLang="en-US" sz="1400" b="1" dirty="0">
                          <a:solidFill>
                            <a:schemeClr val="bg1"/>
                          </a:solidFill>
                          <a:latin typeface="+mn-ea"/>
                          <a:ea typeface="+mn-ea"/>
                        </a:rPr>
                        <a:t>区分</a:t>
                      </a:r>
                    </a:p>
                  </a:txBody>
                  <a:tcPr>
                    <a:solidFill>
                      <a:schemeClr val="accent1"/>
                    </a:solidFill>
                  </a:tcPr>
                </a:tc>
                <a:tc vMerge="1">
                  <a:txBody>
                    <a:bodyPr/>
                    <a:lstStyle/>
                    <a:p>
                      <a:r>
                        <a:rPr kumimoji="1" lang="ja-JP" altLang="en-US" sz="1400" b="1" dirty="0">
                          <a:solidFill>
                            <a:schemeClr val="bg1"/>
                          </a:solidFill>
                          <a:latin typeface="+mn-ea"/>
                          <a:ea typeface="+mn-ea"/>
                        </a:rPr>
                        <a:t>内容</a:t>
                      </a:r>
                    </a:p>
                  </a:txBody>
                  <a:tcPr>
                    <a:solidFill>
                      <a:schemeClr val="accent1"/>
                    </a:solidFill>
                  </a:tcPr>
                </a:tc>
                <a:tc vMerge="1">
                  <a:txBody>
                    <a:bodyPr/>
                    <a:lstStyle/>
                    <a:p>
                      <a:r>
                        <a:rPr kumimoji="1" lang="ja-JP" altLang="en-US" sz="1400" b="1" dirty="0">
                          <a:solidFill>
                            <a:schemeClr val="bg1"/>
                          </a:solidFill>
                          <a:latin typeface="+mn-ea"/>
                          <a:ea typeface="+mn-ea"/>
                        </a:rPr>
                        <a:t>詳細</a:t>
                      </a:r>
                    </a:p>
                  </a:txBody>
                  <a:tcPr>
                    <a:solidFill>
                      <a:schemeClr val="accent1"/>
                    </a:solidFill>
                  </a:tcPr>
                </a:tc>
                <a:tc>
                  <a:txBody>
                    <a:bodyPr/>
                    <a:lstStyle/>
                    <a:p>
                      <a:r>
                        <a:rPr kumimoji="1" lang="ja-JP" altLang="en-US" sz="1400" b="1" dirty="0">
                          <a:solidFill>
                            <a:schemeClr val="bg1"/>
                          </a:solidFill>
                          <a:latin typeface="+mn-ea"/>
                          <a:ea typeface="+mn-ea"/>
                        </a:rPr>
                        <a:t>グローバル</a:t>
                      </a:r>
                    </a:p>
                  </a:txBody>
                  <a:tcPr>
                    <a:solidFill>
                      <a:schemeClr val="accent1"/>
                    </a:solidFill>
                  </a:tcPr>
                </a:tc>
                <a:tc>
                  <a:txBody>
                    <a:bodyPr/>
                    <a:lstStyle/>
                    <a:p>
                      <a:r>
                        <a:rPr kumimoji="1" lang="ja-JP" altLang="en-US" sz="1400" b="1" dirty="0">
                          <a:solidFill>
                            <a:schemeClr val="bg1"/>
                          </a:solidFill>
                          <a:latin typeface="+mn-ea"/>
                          <a:ea typeface="+mn-ea"/>
                        </a:rPr>
                        <a:t>中国</a:t>
                      </a:r>
                    </a:p>
                  </a:txBody>
                  <a:tcPr>
                    <a:solidFill>
                      <a:schemeClr val="accent1"/>
                    </a:solidFill>
                  </a:tcPr>
                </a:tc>
                <a:extLst>
                  <a:ext uri="{0D108BD9-81ED-4DB2-BD59-A6C34878D82A}">
                    <a16:rowId xmlns:a16="http://schemas.microsoft.com/office/drawing/2014/main" val="2447111060"/>
                  </a:ext>
                </a:extLst>
              </a:tr>
              <a:tr h="370840">
                <a:tc rowSpan="5">
                  <a:txBody>
                    <a:bodyPr/>
                    <a:lstStyle/>
                    <a:p>
                      <a:r>
                        <a:rPr kumimoji="1" lang="ja-JP" altLang="en-US" sz="1400" dirty="0">
                          <a:latin typeface="+mn-ea"/>
                          <a:ea typeface="+mn-ea"/>
                        </a:rPr>
                        <a:t>サーバ運用保守</a:t>
                      </a:r>
                    </a:p>
                  </a:txBody>
                  <a:tcPr/>
                </a:tc>
                <a:tc>
                  <a:txBody>
                    <a:bodyPr/>
                    <a:lstStyle/>
                    <a:p>
                      <a:r>
                        <a:rPr kumimoji="1" lang="ja-JP" altLang="en-US" sz="1400" dirty="0">
                          <a:latin typeface="+mn-ea"/>
                          <a:ea typeface="+mn-ea"/>
                        </a:rPr>
                        <a:t>運用監視</a:t>
                      </a:r>
                    </a:p>
                  </a:txBody>
                  <a:tcPr/>
                </a:tc>
                <a:tc>
                  <a:txBody>
                    <a:bodyPr/>
                    <a:lstStyle/>
                    <a:p>
                      <a:r>
                        <a:rPr kumimoji="1" lang="ja-JP" altLang="en-US" sz="1400" dirty="0">
                          <a:latin typeface="+mn-ea"/>
                          <a:ea typeface="+mn-ea"/>
                        </a:rPr>
                        <a:t>ログ監視、プロセス監視、サーバリソース、サービス監視結果の棚卸。</a:t>
                      </a:r>
                    </a:p>
                    <a:p>
                      <a:r>
                        <a:rPr kumimoji="1" lang="ja-JP" altLang="en-US" sz="1400" dirty="0">
                          <a:latin typeface="+mn-ea"/>
                          <a:ea typeface="+mn-ea"/>
                        </a:rPr>
                        <a:t>（監視はインフラ担当会社にて</a:t>
                      </a:r>
                      <a:r>
                        <a:rPr kumimoji="1" lang="en-US" altLang="ja-JP" sz="1400" dirty="0">
                          <a:latin typeface="+mn-ea"/>
                          <a:ea typeface="+mn-ea"/>
                        </a:rPr>
                        <a:t>24</a:t>
                      </a:r>
                      <a:r>
                        <a:rPr kumimoji="1" lang="ja-JP" altLang="en-US" sz="1400" dirty="0">
                          <a:latin typeface="+mn-ea"/>
                          <a:ea typeface="+mn-ea"/>
                        </a:rPr>
                        <a:t>時間</a:t>
                      </a:r>
                      <a:r>
                        <a:rPr kumimoji="1" lang="en-US" altLang="ja-JP" sz="1400" dirty="0">
                          <a:latin typeface="+mn-ea"/>
                          <a:ea typeface="+mn-ea"/>
                        </a:rPr>
                        <a:t>365</a:t>
                      </a:r>
                      <a:r>
                        <a:rPr kumimoji="1" lang="ja-JP" altLang="en-US" sz="1400" dirty="0">
                          <a:latin typeface="+mn-ea"/>
                          <a:ea typeface="+mn-ea"/>
                        </a:rPr>
                        <a:t>日実施）</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1192450908"/>
                  </a:ext>
                </a:extLst>
              </a:tr>
              <a:tr h="370840">
                <a:tc vMerge="1">
                  <a:txBody>
                    <a:bodyPr/>
                    <a:lstStyle/>
                    <a:p>
                      <a:endParaRPr kumimoji="1" lang="ja-JP" altLang="en-US" sz="1400" dirty="0">
                        <a:latin typeface="+mn-ea"/>
                        <a:ea typeface="+mn-ea"/>
                      </a:endParaRPr>
                    </a:p>
                  </a:txBody>
                  <a:tcPr/>
                </a:tc>
                <a:tc>
                  <a:txBody>
                    <a:bodyPr/>
                    <a:lstStyle/>
                    <a:p>
                      <a:r>
                        <a:rPr kumimoji="1" lang="ja-JP" altLang="en-US" sz="1400" dirty="0">
                          <a:latin typeface="+mn-ea"/>
                          <a:ea typeface="+mn-ea"/>
                        </a:rPr>
                        <a:t>インシデント管理</a:t>
                      </a:r>
                    </a:p>
                  </a:txBody>
                  <a:tcPr/>
                </a:tc>
                <a:tc>
                  <a:txBody>
                    <a:bodyPr/>
                    <a:lstStyle/>
                    <a:p>
                      <a:r>
                        <a:rPr kumimoji="1" lang="ja-JP" altLang="en-US" sz="1400" dirty="0">
                          <a:latin typeface="+mn-ea"/>
                          <a:ea typeface="+mn-ea"/>
                        </a:rPr>
                        <a:t>シスメックスからのインシデント報告を受けるか、監視業務の中で発見された問題に対して、分析と解決方法の検討。</a:t>
                      </a:r>
                    </a:p>
                    <a:p>
                      <a:r>
                        <a:rPr kumimoji="1" lang="ja-JP" altLang="en-US" sz="1400" dirty="0">
                          <a:latin typeface="+mn-ea"/>
                          <a:ea typeface="+mn-ea"/>
                        </a:rPr>
                        <a:t>必要に応じて、検証環境にて再現テストの実施作業を含む。</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2716907554"/>
                  </a:ext>
                </a:extLst>
              </a:tr>
              <a:tr h="370840">
                <a:tc vMerge="1">
                  <a:txBody>
                    <a:bodyPr/>
                    <a:lstStyle/>
                    <a:p>
                      <a:endParaRPr kumimoji="1" lang="ja-JP" altLang="en-US" sz="1400" dirty="0">
                        <a:latin typeface="+mn-ea"/>
                        <a:ea typeface="+mn-ea"/>
                      </a:endParaRPr>
                    </a:p>
                  </a:txBody>
                  <a:tcPr/>
                </a:tc>
                <a:tc>
                  <a:txBody>
                    <a:bodyPr/>
                    <a:lstStyle/>
                    <a:p>
                      <a:r>
                        <a:rPr lang="ja-JP" altLang="ja-JP" sz="1400" dirty="0">
                          <a:effectLst/>
                        </a:rPr>
                        <a:t>パッチ調査・適応検討</a:t>
                      </a:r>
                      <a:endParaRPr kumimoji="1" lang="ja-JP" altLang="en-US" sz="1400" dirty="0">
                        <a:latin typeface="+mn-ea"/>
                        <a:ea typeface="+mn-ea"/>
                      </a:endParaRPr>
                    </a:p>
                  </a:txBody>
                  <a:tcPr/>
                </a:tc>
                <a:tc>
                  <a:txBody>
                    <a:bodyPr/>
                    <a:lstStyle/>
                    <a:p>
                      <a:r>
                        <a:rPr kumimoji="1" lang="ja-JP" altLang="en-US" sz="1400" dirty="0">
                          <a:latin typeface="+mn-ea"/>
                          <a:ea typeface="+mn-ea"/>
                        </a:rPr>
                        <a:t>当該システムの利用しているミドルウェアに関連する重大なセキュリティホール・バグ情報の有無の確認。</a:t>
                      </a:r>
                      <a:endParaRPr kumimoji="1" lang="en-US" altLang="ja-JP" sz="1400" dirty="0">
                        <a:latin typeface="+mn-ea"/>
                        <a:ea typeface="+mn-ea"/>
                      </a:endParaRPr>
                    </a:p>
                    <a:p>
                      <a:r>
                        <a:rPr kumimoji="1" lang="ja-JP" altLang="en-US" sz="1400" dirty="0">
                          <a:latin typeface="+mn-ea"/>
                          <a:ea typeface="+mn-ea"/>
                        </a:rPr>
                        <a:t>インフラからのインプットで</a:t>
                      </a:r>
                      <a:r>
                        <a:rPr kumimoji="1" lang="en-US" altLang="ja-JP" sz="1400" dirty="0">
                          <a:latin typeface="+mn-ea"/>
                          <a:ea typeface="+mn-ea"/>
                        </a:rPr>
                        <a:t>OS</a:t>
                      </a:r>
                      <a:r>
                        <a:rPr kumimoji="1" lang="ja-JP" altLang="en-US" sz="1400" dirty="0">
                          <a:latin typeface="+mn-ea"/>
                          <a:ea typeface="+mn-ea"/>
                        </a:rPr>
                        <a:t>のセキュリティホール・バグについて連絡があった場合のバージョンアップ工数算出。</a:t>
                      </a:r>
                      <a:endParaRPr kumimoji="1" lang="en-US" altLang="ja-JP" sz="1400" dirty="0">
                        <a:latin typeface="+mn-ea"/>
                        <a:ea typeface="+mn-ea"/>
                      </a:endParaRPr>
                    </a:p>
                    <a:p>
                      <a:r>
                        <a:rPr kumimoji="1" lang="ja-JP" altLang="en-US" sz="1400" dirty="0">
                          <a:latin typeface="+mn-ea"/>
                          <a:ea typeface="+mn-ea"/>
                        </a:rPr>
                        <a:t>アプリ改修を伴わない場合の検証環境でのパッチ適用。</a:t>
                      </a:r>
                      <a:r>
                        <a:rPr kumimoji="1" lang="en-US" altLang="ja-JP" sz="1400" dirty="0">
                          <a:latin typeface="+mn-ea"/>
                          <a:ea typeface="+mn-ea"/>
                        </a:rPr>
                        <a:t>※</a:t>
                      </a:r>
                      <a:r>
                        <a:rPr kumimoji="1" lang="ja-JP" altLang="en-US" sz="1400" dirty="0">
                          <a:latin typeface="+mn-ea"/>
                          <a:ea typeface="+mn-ea"/>
                        </a:rPr>
                        <a:t>本番適用は保守範囲外。</a:t>
                      </a:r>
                      <a:endParaRPr kumimoji="1" lang="en-US" altLang="ja-JP" sz="1400" dirty="0">
                        <a:latin typeface="+mn-ea"/>
                        <a:ea typeface="+mn-ea"/>
                      </a:endParaRPr>
                    </a:p>
                    <a:p>
                      <a:r>
                        <a:rPr kumimoji="1" lang="ja-JP" altLang="en-US" sz="1400" dirty="0">
                          <a:latin typeface="+mn-ea"/>
                          <a:ea typeface="+mn-ea"/>
                        </a:rPr>
                        <a:t>アプリ改修を伴う場合は、アプリへの影響がある場合のアプリ改修有無の調査および工数算出。　</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3625960"/>
                  </a:ext>
                </a:extLst>
              </a:tr>
              <a:tr h="370840">
                <a:tc vMerge="1">
                  <a:txBody>
                    <a:bodyPr/>
                    <a:lstStyle/>
                    <a:p>
                      <a:endParaRPr kumimoji="1" lang="ja-JP" altLang="en-US" sz="1400" dirty="0">
                        <a:latin typeface="+mn-ea"/>
                        <a:ea typeface="+mn-ea"/>
                      </a:endParaRPr>
                    </a:p>
                  </a:txBody>
                  <a:tcPr/>
                </a:tc>
                <a:tc>
                  <a:txBody>
                    <a:bodyPr/>
                    <a:lstStyle/>
                    <a:p>
                      <a:r>
                        <a:rPr kumimoji="1" lang="ja-JP" altLang="en-US" sz="1400" dirty="0">
                          <a:latin typeface="+mn-ea"/>
                          <a:ea typeface="+mn-ea"/>
                        </a:rPr>
                        <a:t>障害時対応</a:t>
                      </a:r>
                    </a:p>
                  </a:txBody>
                  <a:tcPr/>
                </a:tc>
                <a:tc>
                  <a:txBody>
                    <a:bodyPr/>
                    <a:lstStyle/>
                    <a:p>
                      <a:r>
                        <a:rPr kumimoji="1" lang="ja-JP" altLang="en-US" sz="1400" dirty="0">
                          <a:latin typeface="+mn-ea"/>
                          <a:ea typeface="+mn-ea"/>
                        </a:rPr>
                        <a:t>監視ツールからの通知の障害一次切り分け。アプリに関する不具合の場合は、ソフトウェア技術</a:t>
                      </a:r>
                      <a:r>
                        <a:rPr kumimoji="1" lang="en-US" altLang="ja-JP" sz="1400" dirty="0">
                          <a:latin typeface="+mn-ea"/>
                          <a:ea typeface="+mn-ea"/>
                        </a:rPr>
                        <a:t>Gr</a:t>
                      </a:r>
                      <a:r>
                        <a:rPr kumimoji="1" lang="ja-JP" altLang="en-US" sz="1400" dirty="0">
                          <a:latin typeface="+mn-ea"/>
                          <a:ea typeface="+mn-ea"/>
                        </a:rPr>
                        <a:t>へのエスカレーションの実施。</a:t>
                      </a:r>
                      <a:endParaRPr kumimoji="1" lang="en-US" altLang="ja-JP" sz="1400" dirty="0">
                        <a:latin typeface="+mn-ea"/>
                        <a:ea typeface="+mn-ea"/>
                      </a:endParaRPr>
                    </a:p>
                    <a:p>
                      <a:r>
                        <a:rPr kumimoji="1" lang="ja-JP" altLang="en-US" sz="1400" dirty="0">
                          <a:latin typeface="+mn-ea"/>
                          <a:ea typeface="+mn-ea"/>
                        </a:rPr>
                        <a:t>アプリ問い合わせ（ソフトウェア技術</a:t>
                      </a:r>
                      <a:r>
                        <a:rPr kumimoji="1" lang="en-US" altLang="ja-JP" sz="1400" dirty="0">
                          <a:latin typeface="+mn-ea"/>
                          <a:ea typeface="+mn-ea"/>
                        </a:rPr>
                        <a:t>Gr</a:t>
                      </a:r>
                      <a:r>
                        <a:rPr kumimoji="1" lang="ja-JP" altLang="en-US" sz="1400" dirty="0">
                          <a:latin typeface="+mn-ea"/>
                          <a:ea typeface="+mn-ea"/>
                        </a:rPr>
                        <a:t>）からのエスカレーション後の二次調査の実施。</a:t>
                      </a:r>
                    </a:p>
                    <a:p>
                      <a:r>
                        <a:rPr kumimoji="1" lang="ja-JP" altLang="en-US" sz="1400" dirty="0">
                          <a:latin typeface="+mn-ea"/>
                          <a:ea typeface="+mn-ea"/>
                        </a:rPr>
                        <a:t>アプリ改修をともなわない場合は復旧作業の実施。</a:t>
                      </a:r>
                    </a:p>
                    <a:p>
                      <a:r>
                        <a:rPr kumimoji="1" lang="ja-JP" altLang="en-US" sz="1400" dirty="0">
                          <a:latin typeface="+mn-ea"/>
                          <a:ea typeface="+mn-ea"/>
                        </a:rPr>
                        <a:t>アプリ改修を伴う場合は、改修内容の調査及び工数算出を実施。</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1517995921"/>
                  </a:ext>
                </a:extLst>
              </a:tr>
              <a:tr h="370840">
                <a:tc vMerge="1">
                  <a:txBody>
                    <a:bodyPr/>
                    <a:lstStyle/>
                    <a:p>
                      <a:endParaRPr kumimoji="1" lang="ja-JP" altLang="en-US" sz="1400" dirty="0">
                        <a:latin typeface="+mn-ea"/>
                        <a:ea typeface="+mn-ea"/>
                      </a:endParaRPr>
                    </a:p>
                  </a:txBody>
                  <a:tcPr/>
                </a:tc>
                <a:tc>
                  <a:txBody>
                    <a:bodyPr/>
                    <a:lstStyle/>
                    <a:p>
                      <a:r>
                        <a:rPr kumimoji="1" lang="ja-JP" altLang="en-US" sz="1400" dirty="0">
                          <a:latin typeface="+mn-ea"/>
                          <a:ea typeface="+mn-ea"/>
                        </a:rPr>
                        <a:t>インフラサポート</a:t>
                      </a:r>
                    </a:p>
                  </a:txBody>
                  <a:tcPr/>
                </a:tc>
                <a:tc>
                  <a:txBody>
                    <a:bodyPr/>
                    <a:lstStyle/>
                    <a:p>
                      <a:r>
                        <a:rPr kumimoji="1" lang="ja-JP" altLang="en-US" sz="1400" dirty="0">
                          <a:latin typeface="+mn-ea"/>
                          <a:ea typeface="+mn-ea"/>
                        </a:rPr>
                        <a:t>インフラ側のトラブルあるいは環境変更に伴い、アプリ側での調査やサーバ停止等の作業の実施。</a:t>
                      </a:r>
                      <a:r>
                        <a:rPr kumimoji="1" lang="en-US" altLang="ja-JP" sz="1400" dirty="0">
                          <a:latin typeface="+mn-ea"/>
                          <a:ea typeface="+mn-ea"/>
                        </a:rPr>
                        <a:t>※</a:t>
                      </a:r>
                      <a:r>
                        <a:rPr kumimoji="1" lang="ja-JP" altLang="en-US" sz="1400" dirty="0">
                          <a:latin typeface="+mn-ea"/>
                          <a:ea typeface="+mn-ea"/>
                        </a:rPr>
                        <a:t>休日作業となる場合は保守範囲外。</a:t>
                      </a:r>
                    </a:p>
                  </a:txBody>
                  <a:tcPr/>
                </a:tc>
                <a:tc>
                  <a:txBody>
                    <a:bodyPr/>
                    <a:lstStyle/>
                    <a:p>
                      <a:r>
                        <a:rPr kumimoji="1" lang="ja-JP" altLang="en-US" sz="1400" dirty="0">
                          <a:latin typeface="+mn-ea"/>
                          <a:ea typeface="+mn-ea"/>
                        </a:rPr>
                        <a:t>〇</a:t>
                      </a:r>
                    </a:p>
                  </a:txBody>
                  <a:tcPr/>
                </a:tc>
                <a:tc>
                  <a:txBody>
                    <a:bodyPr/>
                    <a:lstStyle/>
                    <a:p>
                      <a:r>
                        <a:rPr kumimoji="1" lang="ja-JP" altLang="en-US" sz="1400" dirty="0">
                          <a:latin typeface="+mn-ea"/>
                          <a:ea typeface="+mn-ea"/>
                        </a:rPr>
                        <a:t>〇</a:t>
                      </a:r>
                    </a:p>
                  </a:txBody>
                  <a:tcPr/>
                </a:tc>
                <a:extLst>
                  <a:ext uri="{0D108BD9-81ED-4DB2-BD59-A6C34878D82A}">
                    <a16:rowId xmlns:a16="http://schemas.microsoft.com/office/drawing/2014/main" val="3091071896"/>
                  </a:ext>
                </a:extLst>
              </a:tr>
            </a:tbl>
          </a:graphicData>
        </a:graphic>
      </p:graphicFrame>
    </p:spTree>
    <p:extLst>
      <p:ext uri="{BB962C8B-B14F-4D97-AF65-F5344CB8AC3E}">
        <p14:creationId xmlns:p14="http://schemas.microsoft.com/office/powerpoint/2010/main" val="2564092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7200C7-EA8F-4E0E-981F-F6896F7F942D}"/>
              </a:ext>
            </a:extLst>
          </p:cNvPr>
          <p:cNvSpPr>
            <a:spLocks noGrp="1"/>
          </p:cNvSpPr>
          <p:nvPr>
            <p:ph type="sldNum" sz="quarter" idx="16"/>
          </p:nvPr>
        </p:nvSpPr>
        <p:spPr/>
        <p:txBody>
          <a:bodyPr/>
          <a:lstStyle/>
          <a:p>
            <a:fld id="{982DF7F2-B14C-47C5-B9A4-9372430F170B}" type="slidenum">
              <a:rPr lang="ja-JP" altLang="en-US" smtClean="0"/>
              <a:pPr/>
              <a:t>5</a:t>
            </a:fld>
            <a:endParaRPr lang="ja-JP" altLang="en-US"/>
          </a:p>
        </p:txBody>
      </p:sp>
      <p:sp>
        <p:nvSpPr>
          <p:cNvPr id="4" name="タイトル 3">
            <a:extLst>
              <a:ext uri="{FF2B5EF4-FFF2-40B4-BE49-F238E27FC236}">
                <a16:creationId xmlns:a16="http://schemas.microsoft.com/office/drawing/2014/main" id="{7B0087A2-924A-475E-9C24-571F76090E54}"/>
              </a:ext>
            </a:extLst>
          </p:cNvPr>
          <p:cNvSpPr>
            <a:spLocks noGrp="1"/>
          </p:cNvSpPr>
          <p:nvPr>
            <p:ph type="title"/>
          </p:nvPr>
        </p:nvSpPr>
        <p:spPr/>
        <p:txBody>
          <a:bodyPr/>
          <a:lstStyle/>
          <a:p>
            <a:r>
              <a:rPr kumimoji="1" lang="ja-JP" altLang="en-US" dirty="0"/>
              <a:t>保守内容</a:t>
            </a:r>
          </a:p>
        </p:txBody>
      </p:sp>
      <p:graphicFrame>
        <p:nvGraphicFramePr>
          <p:cNvPr id="14" name="表 14">
            <a:extLst>
              <a:ext uri="{FF2B5EF4-FFF2-40B4-BE49-F238E27FC236}">
                <a16:creationId xmlns:a16="http://schemas.microsoft.com/office/drawing/2014/main" id="{573FD634-F807-4536-A8E6-4C7E2869E9C7}"/>
              </a:ext>
            </a:extLst>
          </p:cNvPr>
          <p:cNvGraphicFramePr>
            <a:graphicFrameLocks noGrp="1"/>
          </p:cNvGraphicFramePr>
          <p:nvPr>
            <p:extLst>
              <p:ext uri="{D42A27DB-BD31-4B8C-83A1-F6EECF244321}">
                <p14:modId xmlns:p14="http://schemas.microsoft.com/office/powerpoint/2010/main" val="2224222956"/>
              </p:ext>
            </p:extLst>
          </p:nvPr>
        </p:nvGraphicFramePr>
        <p:xfrm>
          <a:off x="338400" y="908720"/>
          <a:ext cx="11557269" cy="1686560"/>
        </p:xfrm>
        <a:graphic>
          <a:graphicData uri="http://schemas.openxmlformats.org/drawingml/2006/table">
            <a:tbl>
              <a:tblPr firstRow="1" bandRow="1">
                <a:tableStyleId>{5C22544A-7EE6-4342-B048-85BDC9FD1C3A}</a:tableStyleId>
              </a:tblPr>
              <a:tblGrid>
                <a:gridCol w="1514347">
                  <a:extLst>
                    <a:ext uri="{9D8B030D-6E8A-4147-A177-3AD203B41FA5}">
                      <a16:colId xmlns:a16="http://schemas.microsoft.com/office/drawing/2014/main" val="3904683308"/>
                    </a:ext>
                  </a:extLst>
                </a:gridCol>
                <a:gridCol w="1372682">
                  <a:extLst>
                    <a:ext uri="{9D8B030D-6E8A-4147-A177-3AD203B41FA5}">
                      <a16:colId xmlns:a16="http://schemas.microsoft.com/office/drawing/2014/main" val="1580273140"/>
                    </a:ext>
                  </a:extLst>
                </a:gridCol>
                <a:gridCol w="6647184">
                  <a:extLst>
                    <a:ext uri="{9D8B030D-6E8A-4147-A177-3AD203B41FA5}">
                      <a16:colId xmlns:a16="http://schemas.microsoft.com/office/drawing/2014/main" val="554410963"/>
                    </a:ext>
                  </a:extLst>
                </a:gridCol>
                <a:gridCol w="1011528">
                  <a:extLst>
                    <a:ext uri="{9D8B030D-6E8A-4147-A177-3AD203B41FA5}">
                      <a16:colId xmlns:a16="http://schemas.microsoft.com/office/drawing/2014/main" val="1504338030"/>
                    </a:ext>
                  </a:extLst>
                </a:gridCol>
                <a:gridCol w="1011528">
                  <a:extLst>
                    <a:ext uri="{9D8B030D-6E8A-4147-A177-3AD203B41FA5}">
                      <a16:colId xmlns:a16="http://schemas.microsoft.com/office/drawing/2014/main" val="3502534728"/>
                    </a:ext>
                  </a:extLst>
                </a:gridCol>
              </a:tblGrid>
              <a:tr h="370840">
                <a:tc rowSpan="2">
                  <a:txBody>
                    <a:bodyPr/>
                    <a:lstStyle/>
                    <a:p>
                      <a:r>
                        <a:rPr kumimoji="1" lang="ja-JP" altLang="en-US" sz="1400" b="1" dirty="0">
                          <a:solidFill>
                            <a:schemeClr val="bg1"/>
                          </a:solidFill>
                          <a:latin typeface="+mn-ea"/>
                          <a:ea typeface="+mn-ea"/>
                        </a:rPr>
                        <a:t>区分</a:t>
                      </a:r>
                    </a:p>
                  </a:txBody>
                  <a:tcPr/>
                </a:tc>
                <a:tc rowSpan="2">
                  <a:txBody>
                    <a:bodyPr/>
                    <a:lstStyle/>
                    <a:p>
                      <a:r>
                        <a:rPr kumimoji="1" lang="ja-JP" altLang="en-US" sz="1400" b="1" dirty="0">
                          <a:solidFill>
                            <a:schemeClr val="bg1"/>
                          </a:solidFill>
                          <a:latin typeface="+mn-ea"/>
                          <a:ea typeface="+mn-ea"/>
                        </a:rPr>
                        <a:t>内容</a:t>
                      </a:r>
                    </a:p>
                  </a:txBody>
                  <a:tcPr/>
                </a:tc>
                <a:tc rowSpan="2">
                  <a:txBody>
                    <a:bodyPr/>
                    <a:lstStyle/>
                    <a:p>
                      <a:r>
                        <a:rPr kumimoji="1" lang="ja-JP" altLang="en-US" sz="1400" b="1" dirty="0">
                          <a:solidFill>
                            <a:schemeClr val="bg1"/>
                          </a:solidFill>
                          <a:latin typeface="+mn-ea"/>
                          <a:ea typeface="+mn-ea"/>
                        </a:rPr>
                        <a:t>詳細</a:t>
                      </a:r>
                    </a:p>
                  </a:txBody>
                  <a:tcPr/>
                </a:tc>
                <a:tc gridSpan="2">
                  <a:txBody>
                    <a:bodyPr/>
                    <a:lstStyle/>
                    <a:p>
                      <a:r>
                        <a:rPr kumimoji="1" lang="ja-JP" altLang="en-US" sz="1400" dirty="0">
                          <a:latin typeface="+mn-ea"/>
                          <a:ea typeface="+mn-ea"/>
                        </a:rPr>
                        <a:t>対象サーバ</a:t>
                      </a:r>
                    </a:p>
                  </a:txBody>
                  <a:tcPr/>
                </a:tc>
                <a:tc hMerge="1">
                  <a:txBody>
                    <a:bodyPr/>
                    <a:lstStyle/>
                    <a:p>
                      <a:endParaRPr kumimoji="1" lang="ja-JP" altLang="en-US" sz="1400" dirty="0">
                        <a:latin typeface="+mn-ea"/>
                        <a:ea typeface="+mn-ea"/>
                      </a:endParaRPr>
                    </a:p>
                  </a:txBody>
                  <a:tcPr/>
                </a:tc>
                <a:extLst>
                  <a:ext uri="{0D108BD9-81ED-4DB2-BD59-A6C34878D82A}">
                    <a16:rowId xmlns:a16="http://schemas.microsoft.com/office/drawing/2014/main" val="1380578449"/>
                  </a:ext>
                </a:extLst>
              </a:tr>
              <a:tr h="370840">
                <a:tc vMerge="1">
                  <a:txBody>
                    <a:bodyPr/>
                    <a:lstStyle/>
                    <a:p>
                      <a:r>
                        <a:rPr kumimoji="1" lang="ja-JP" altLang="en-US" sz="1400" b="1" dirty="0">
                          <a:solidFill>
                            <a:schemeClr val="bg1"/>
                          </a:solidFill>
                          <a:latin typeface="+mn-ea"/>
                          <a:ea typeface="+mn-ea"/>
                        </a:rPr>
                        <a:t>区分</a:t>
                      </a:r>
                    </a:p>
                  </a:txBody>
                  <a:tcPr>
                    <a:solidFill>
                      <a:schemeClr val="accent1"/>
                    </a:solidFill>
                  </a:tcPr>
                </a:tc>
                <a:tc vMerge="1">
                  <a:txBody>
                    <a:bodyPr/>
                    <a:lstStyle/>
                    <a:p>
                      <a:r>
                        <a:rPr kumimoji="1" lang="ja-JP" altLang="en-US" sz="1400" b="1" dirty="0">
                          <a:solidFill>
                            <a:schemeClr val="bg1"/>
                          </a:solidFill>
                          <a:latin typeface="+mn-ea"/>
                          <a:ea typeface="+mn-ea"/>
                        </a:rPr>
                        <a:t>内容</a:t>
                      </a:r>
                    </a:p>
                  </a:txBody>
                  <a:tcPr>
                    <a:solidFill>
                      <a:schemeClr val="accent1"/>
                    </a:solidFill>
                  </a:tcPr>
                </a:tc>
                <a:tc vMerge="1">
                  <a:txBody>
                    <a:bodyPr/>
                    <a:lstStyle/>
                    <a:p>
                      <a:r>
                        <a:rPr kumimoji="1" lang="ja-JP" altLang="en-US" sz="1400" b="1" dirty="0">
                          <a:solidFill>
                            <a:schemeClr val="bg1"/>
                          </a:solidFill>
                          <a:latin typeface="+mn-ea"/>
                          <a:ea typeface="+mn-ea"/>
                        </a:rPr>
                        <a:t>詳細</a:t>
                      </a:r>
                    </a:p>
                  </a:txBody>
                  <a:tcPr>
                    <a:solidFill>
                      <a:schemeClr val="accent1"/>
                    </a:solidFill>
                  </a:tcPr>
                </a:tc>
                <a:tc>
                  <a:txBody>
                    <a:bodyPr/>
                    <a:lstStyle/>
                    <a:p>
                      <a:r>
                        <a:rPr kumimoji="1" lang="ja-JP" altLang="en-US" sz="1400" b="1" dirty="0">
                          <a:solidFill>
                            <a:schemeClr val="bg1"/>
                          </a:solidFill>
                          <a:latin typeface="+mn-ea"/>
                          <a:ea typeface="+mn-ea"/>
                        </a:rPr>
                        <a:t>グローバル</a:t>
                      </a:r>
                    </a:p>
                  </a:txBody>
                  <a:tcPr>
                    <a:solidFill>
                      <a:schemeClr val="accent1"/>
                    </a:solidFill>
                  </a:tcPr>
                </a:tc>
                <a:tc>
                  <a:txBody>
                    <a:bodyPr/>
                    <a:lstStyle/>
                    <a:p>
                      <a:r>
                        <a:rPr kumimoji="1" lang="ja-JP" altLang="en-US" sz="1400" b="1" dirty="0">
                          <a:solidFill>
                            <a:schemeClr val="bg1"/>
                          </a:solidFill>
                          <a:latin typeface="+mn-ea"/>
                          <a:ea typeface="+mn-ea"/>
                        </a:rPr>
                        <a:t>中国</a:t>
                      </a:r>
                    </a:p>
                  </a:txBody>
                  <a:tcPr>
                    <a:solidFill>
                      <a:schemeClr val="accent1"/>
                    </a:solidFill>
                  </a:tcPr>
                </a:tc>
                <a:extLst>
                  <a:ext uri="{0D108BD9-81ED-4DB2-BD59-A6C34878D82A}">
                    <a16:rowId xmlns:a16="http://schemas.microsoft.com/office/drawing/2014/main" val="2447111060"/>
                  </a:ext>
                </a:extLst>
              </a:tr>
              <a:tr h="370840">
                <a:tc>
                  <a:txBody>
                    <a:bodyPr/>
                    <a:lstStyle/>
                    <a:p>
                      <a:r>
                        <a:rPr kumimoji="1" lang="ja-JP" altLang="en-US" sz="1400" dirty="0">
                          <a:latin typeface="+mn-ea"/>
                          <a:ea typeface="+mn-ea"/>
                        </a:rPr>
                        <a:t>運用報告</a:t>
                      </a:r>
                    </a:p>
                  </a:txBody>
                  <a:tcPr/>
                </a:tc>
                <a:tc>
                  <a:txBody>
                    <a:bodyPr/>
                    <a:lstStyle/>
                    <a:p>
                      <a:r>
                        <a:rPr lang="ja-JP" altLang="en-US" sz="1400" dirty="0">
                          <a:effectLst/>
                        </a:rPr>
                        <a:t>月次</a:t>
                      </a:r>
                      <a:r>
                        <a:rPr lang="ja-JP" altLang="ja-JP" sz="1400" dirty="0">
                          <a:effectLst/>
                        </a:rPr>
                        <a:t>報告</a:t>
                      </a:r>
                      <a:endParaRPr kumimoji="1" lang="ja-JP" altLang="en-US" sz="1400" dirty="0">
                        <a:latin typeface="+mn-ea"/>
                        <a:ea typeface="+mn-ea"/>
                      </a:endParaRPr>
                    </a:p>
                  </a:txBody>
                  <a:tcPr/>
                </a:tc>
                <a:tc>
                  <a:txBody>
                    <a:bodyPr/>
                    <a:lstStyle/>
                    <a:p>
                      <a:r>
                        <a:rPr kumimoji="1" lang="ja-JP" altLang="en-US" sz="1400" dirty="0">
                          <a:latin typeface="+mn-ea"/>
                          <a:ea typeface="+mn-ea"/>
                        </a:rPr>
                        <a:t>月１の定例会の開催。</a:t>
                      </a:r>
                      <a:endParaRPr kumimoji="1" lang="en-US" altLang="ja-JP" sz="1400" dirty="0">
                        <a:latin typeface="+mn-ea"/>
                        <a:ea typeface="+mn-ea"/>
                      </a:endParaRPr>
                    </a:p>
                    <a:p>
                      <a:r>
                        <a:rPr kumimoji="1" lang="ja-JP" altLang="en-US" sz="1400" dirty="0">
                          <a:latin typeface="+mn-ea"/>
                          <a:ea typeface="+mn-ea"/>
                        </a:rPr>
                        <a:t>月次報告書作成、下記を含む。内容については別途両社にて合意すること。</a:t>
                      </a:r>
                      <a:endParaRPr kumimoji="1" lang="en-US" altLang="ja-JP" sz="1400" dirty="0">
                        <a:latin typeface="+mn-ea"/>
                        <a:ea typeface="+mn-ea"/>
                      </a:endParaRPr>
                    </a:p>
                    <a:p>
                      <a:r>
                        <a:rPr kumimoji="1" lang="ja-JP" altLang="en-US" sz="1400" dirty="0">
                          <a:latin typeface="+mn-ea"/>
                          <a:ea typeface="+mn-ea"/>
                        </a:rPr>
                        <a:t>　・当月度保守内容</a:t>
                      </a:r>
                      <a:endParaRPr kumimoji="1" lang="en-US" altLang="ja-JP" sz="1400" dirty="0">
                        <a:latin typeface="+mn-ea"/>
                        <a:ea typeface="+mn-ea"/>
                      </a:endParaRPr>
                    </a:p>
                    <a:p>
                      <a:r>
                        <a:rPr kumimoji="1" lang="ja-JP" altLang="en-US" sz="1400" dirty="0">
                          <a:latin typeface="+mn-ea"/>
                          <a:ea typeface="+mn-ea"/>
                        </a:rPr>
                        <a:t>　・システム利用施設</a:t>
                      </a:r>
                      <a:r>
                        <a:rPr kumimoji="1" lang="en-US" altLang="ja-JP" sz="1400" dirty="0">
                          <a:latin typeface="+mn-ea"/>
                          <a:ea typeface="+mn-ea"/>
                        </a:rPr>
                        <a:t>/</a:t>
                      </a:r>
                      <a:r>
                        <a:rPr kumimoji="1" lang="ja-JP" altLang="en-US" sz="1400" dirty="0">
                          <a:latin typeface="+mn-ea"/>
                          <a:ea typeface="+mn-ea"/>
                        </a:rPr>
                        <a:t>装置数</a:t>
                      </a:r>
                    </a:p>
                  </a:txBody>
                  <a:tcPr/>
                </a:tc>
                <a:tc gridSpan="2">
                  <a:txBody>
                    <a:bodyPr/>
                    <a:lstStyle/>
                    <a:p>
                      <a:r>
                        <a:rPr kumimoji="1" lang="ja-JP" altLang="en-US" sz="1400" dirty="0">
                          <a:latin typeface="+mn-ea"/>
                          <a:ea typeface="+mn-ea"/>
                        </a:rPr>
                        <a:t>〇</a:t>
                      </a:r>
                      <a:r>
                        <a:rPr kumimoji="1" lang="en-US" altLang="ja-JP" sz="1400" dirty="0">
                          <a:latin typeface="+mn-ea"/>
                          <a:ea typeface="+mn-ea"/>
                        </a:rPr>
                        <a:t>※</a:t>
                      </a:r>
                      <a:r>
                        <a:rPr kumimoji="1" lang="ja-JP" altLang="en-US" sz="1400" dirty="0">
                          <a:latin typeface="+mn-ea"/>
                          <a:ea typeface="+mn-ea"/>
                        </a:rPr>
                        <a:t>共通</a:t>
                      </a:r>
                    </a:p>
                  </a:txBody>
                  <a:tcPr/>
                </a:tc>
                <a:tc hMerge="1">
                  <a:txBody>
                    <a:bodyPr/>
                    <a:lstStyle/>
                    <a:p>
                      <a:r>
                        <a:rPr kumimoji="1" lang="ja-JP" altLang="en-US" sz="1400" dirty="0">
                          <a:latin typeface="+mn-ea"/>
                          <a:ea typeface="+mn-ea"/>
                        </a:rPr>
                        <a:t>〇</a:t>
                      </a:r>
                    </a:p>
                  </a:txBody>
                  <a:tcPr/>
                </a:tc>
                <a:extLst>
                  <a:ext uri="{0D108BD9-81ED-4DB2-BD59-A6C34878D82A}">
                    <a16:rowId xmlns:a16="http://schemas.microsoft.com/office/drawing/2014/main" val="4143305477"/>
                  </a:ext>
                </a:extLst>
              </a:tr>
            </a:tbl>
          </a:graphicData>
        </a:graphic>
      </p:graphicFrame>
    </p:spTree>
    <p:extLst>
      <p:ext uri="{BB962C8B-B14F-4D97-AF65-F5344CB8AC3E}">
        <p14:creationId xmlns:p14="http://schemas.microsoft.com/office/powerpoint/2010/main" val="227185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95FA462-F76A-4A17-9707-49260EFAB7E6}"/>
              </a:ext>
            </a:extLst>
          </p:cNvPr>
          <p:cNvSpPr>
            <a:spLocks noGrp="1"/>
          </p:cNvSpPr>
          <p:nvPr>
            <p:ph type="sldNum" sz="quarter" idx="16"/>
          </p:nvPr>
        </p:nvSpPr>
        <p:spPr/>
        <p:txBody>
          <a:bodyPr/>
          <a:lstStyle/>
          <a:p>
            <a:fld id="{982DF7F2-B14C-47C5-B9A4-9372430F170B}" type="slidenum">
              <a:rPr lang="ja-JP" altLang="en-US" smtClean="0"/>
              <a:pPr/>
              <a:t>6</a:t>
            </a:fld>
            <a:endParaRPr lang="ja-JP" altLang="en-US"/>
          </a:p>
        </p:txBody>
      </p:sp>
      <p:sp>
        <p:nvSpPr>
          <p:cNvPr id="4" name="タイトル 3">
            <a:extLst>
              <a:ext uri="{FF2B5EF4-FFF2-40B4-BE49-F238E27FC236}">
                <a16:creationId xmlns:a16="http://schemas.microsoft.com/office/drawing/2014/main" id="{B605087F-7AF5-4325-911C-414D0735E4CE}"/>
              </a:ext>
            </a:extLst>
          </p:cNvPr>
          <p:cNvSpPr>
            <a:spLocks noGrp="1"/>
          </p:cNvSpPr>
          <p:nvPr>
            <p:ph type="title"/>
          </p:nvPr>
        </p:nvSpPr>
        <p:spPr/>
        <p:txBody>
          <a:bodyPr/>
          <a:lstStyle/>
          <a:p>
            <a:r>
              <a:rPr kumimoji="1" lang="ja-JP" altLang="en-US" dirty="0"/>
              <a:t>市場からの</a:t>
            </a:r>
            <a:r>
              <a:rPr kumimoji="1" lang="en-US" altLang="ja-JP" dirty="0"/>
              <a:t>XQC</a:t>
            </a:r>
            <a:r>
              <a:rPr kumimoji="1" lang="ja-JP" altLang="en-US" dirty="0"/>
              <a:t>サービスに関する問い合わせフローおよび体制</a:t>
            </a:r>
          </a:p>
        </p:txBody>
      </p:sp>
      <p:sp>
        <p:nvSpPr>
          <p:cNvPr id="6" name="正方形/長方形 5">
            <a:extLst>
              <a:ext uri="{FF2B5EF4-FFF2-40B4-BE49-F238E27FC236}">
                <a16:creationId xmlns:a16="http://schemas.microsoft.com/office/drawing/2014/main" id="{AF255154-BCE4-48E1-BC4D-6C7587807067}"/>
              </a:ext>
            </a:extLst>
          </p:cNvPr>
          <p:cNvSpPr/>
          <p:nvPr/>
        </p:nvSpPr>
        <p:spPr>
          <a:xfrm>
            <a:off x="974449" y="4037760"/>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SOS</a:t>
            </a:r>
            <a:endParaRPr kumimoji="1" lang="ja-JP" altLang="en-US" sz="1400" dirty="0">
              <a:solidFill>
                <a:schemeClr val="tx1"/>
              </a:solidFill>
            </a:endParaRPr>
          </a:p>
        </p:txBody>
      </p:sp>
      <p:sp>
        <p:nvSpPr>
          <p:cNvPr id="8" name="正方形/長方形 7">
            <a:extLst>
              <a:ext uri="{FF2B5EF4-FFF2-40B4-BE49-F238E27FC236}">
                <a16:creationId xmlns:a16="http://schemas.microsoft.com/office/drawing/2014/main" id="{8B3A5497-9660-4EB1-9312-942507737C1C}"/>
              </a:ext>
            </a:extLst>
          </p:cNvPr>
          <p:cNvSpPr/>
          <p:nvPr/>
        </p:nvSpPr>
        <p:spPr>
          <a:xfrm>
            <a:off x="986298" y="5868561"/>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市場</a:t>
            </a:r>
          </a:p>
        </p:txBody>
      </p:sp>
      <p:sp>
        <p:nvSpPr>
          <p:cNvPr id="9" name="正方形/長方形 8">
            <a:extLst>
              <a:ext uri="{FF2B5EF4-FFF2-40B4-BE49-F238E27FC236}">
                <a16:creationId xmlns:a16="http://schemas.microsoft.com/office/drawing/2014/main" id="{1B7D9F5F-C0F9-4551-B405-1F5EBE0FE3EB}"/>
              </a:ext>
            </a:extLst>
          </p:cNvPr>
          <p:cNvSpPr/>
          <p:nvPr/>
        </p:nvSpPr>
        <p:spPr>
          <a:xfrm>
            <a:off x="974449" y="2544997"/>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rPr>
              <a:t>ソフトウェア技術</a:t>
            </a:r>
            <a:r>
              <a:rPr lang="en-US" altLang="ja-JP" sz="1400" dirty="0">
                <a:solidFill>
                  <a:schemeClr val="tx1"/>
                </a:solidFill>
              </a:rPr>
              <a:t>Gr</a:t>
            </a:r>
            <a:endParaRPr kumimoji="1" lang="ja-JP" altLang="en-US" sz="1400" dirty="0">
              <a:solidFill>
                <a:schemeClr val="tx1"/>
              </a:solidFill>
            </a:endParaRPr>
          </a:p>
        </p:txBody>
      </p:sp>
      <p:cxnSp>
        <p:nvCxnSpPr>
          <p:cNvPr id="11" name="直線矢印コネクタ 10">
            <a:extLst>
              <a:ext uri="{FF2B5EF4-FFF2-40B4-BE49-F238E27FC236}">
                <a16:creationId xmlns:a16="http://schemas.microsoft.com/office/drawing/2014/main" id="{6EEDCF5F-C776-4590-BB45-F242EDE01C0F}"/>
              </a:ext>
            </a:extLst>
          </p:cNvPr>
          <p:cNvCxnSpPr>
            <a:cxnSpLocks/>
            <a:stCxn id="6" idx="0"/>
            <a:endCxn id="9" idx="2"/>
          </p:cNvCxnSpPr>
          <p:nvPr/>
        </p:nvCxnSpPr>
        <p:spPr>
          <a:xfrm flipV="1">
            <a:off x="1802541" y="3129772"/>
            <a:ext cx="0" cy="9079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コネクタ: カギ線 15">
            <a:extLst>
              <a:ext uri="{FF2B5EF4-FFF2-40B4-BE49-F238E27FC236}">
                <a16:creationId xmlns:a16="http://schemas.microsoft.com/office/drawing/2014/main" id="{5C35943A-EA6F-40D1-8498-0D32C0BCA9C5}"/>
              </a:ext>
            </a:extLst>
          </p:cNvPr>
          <p:cNvCxnSpPr>
            <a:cxnSpLocks/>
          </p:cNvCxnSpPr>
          <p:nvPr/>
        </p:nvCxnSpPr>
        <p:spPr>
          <a:xfrm flipV="1">
            <a:off x="2642482" y="3666524"/>
            <a:ext cx="780239" cy="42333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A518C2A1-4760-448E-83FD-2D4954333BDB}"/>
              </a:ext>
            </a:extLst>
          </p:cNvPr>
          <p:cNvSpPr/>
          <p:nvPr/>
        </p:nvSpPr>
        <p:spPr>
          <a:xfrm>
            <a:off x="3438018" y="3365511"/>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CID</a:t>
            </a:r>
            <a:endParaRPr kumimoji="1" lang="ja-JP" altLang="en-US" sz="1400" dirty="0">
              <a:solidFill>
                <a:schemeClr val="tx1"/>
              </a:solidFill>
            </a:endParaRPr>
          </a:p>
        </p:txBody>
      </p:sp>
      <p:sp>
        <p:nvSpPr>
          <p:cNvPr id="21" name="コンテンツ プレースホルダー 2">
            <a:extLst>
              <a:ext uri="{FF2B5EF4-FFF2-40B4-BE49-F238E27FC236}">
                <a16:creationId xmlns:a16="http://schemas.microsoft.com/office/drawing/2014/main" id="{5DA752BB-4A64-4683-8371-294D7D804854}"/>
              </a:ext>
            </a:extLst>
          </p:cNvPr>
          <p:cNvSpPr txBox="1">
            <a:spLocks/>
          </p:cNvSpPr>
          <p:nvPr/>
        </p:nvSpPr>
        <p:spPr>
          <a:xfrm>
            <a:off x="407368" y="3486642"/>
            <a:ext cx="1853840" cy="360040"/>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アプリケーションの仕様</a:t>
            </a:r>
          </a:p>
        </p:txBody>
      </p:sp>
      <p:sp>
        <p:nvSpPr>
          <p:cNvPr id="22" name="コンテンツ プレースホルダー 2">
            <a:extLst>
              <a:ext uri="{FF2B5EF4-FFF2-40B4-BE49-F238E27FC236}">
                <a16:creationId xmlns:a16="http://schemas.microsoft.com/office/drawing/2014/main" id="{EB0D873A-EF77-4CD0-B162-A643E1BD4737}"/>
              </a:ext>
            </a:extLst>
          </p:cNvPr>
          <p:cNvSpPr txBox="1">
            <a:spLocks/>
          </p:cNvSpPr>
          <p:nvPr/>
        </p:nvSpPr>
        <p:spPr>
          <a:xfrm>
            <a:off x="2068962" y="3478180"/>
            <a:ext cx="1405061" cy="351030"/>
          </a:xfrm>
          <a:prstGeom prst="rect">
            <a:avLst/>
          </a:prstGeom>
          <a:ln>
            <a:noFill/>
          </a:ln>
        </p:spPr>
        <p:txBody>
          <a:bodyPr vert="horz" lIns="91440" tIns="45720" rIns="91440" bIns="45720" rtlCol="0">
            <a:normAutofit fontScale="85000" lnSpcReduction="1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その他アプリに関すること</a:t>
            </a:r>
            <a:endParaRPr lang="en-US" altLang="ja-JP" sz="1200" dirty="0"/>
          </a:p>
        </p:txBody>
      </p:sp>
      <p:sp>
        <p:nvSpPr>
          <p:cNvPr id="24" name="正方形/長方形 23">
            <a:extLst>
              <a:ext uri="{FF2B5EF4-FFF2-40B4-BE49-F238E27FC236}">
                <a16:creationId xmlns:a16="http://schemas.microsoft.com/office/drawing/2014/main" id="{83DD0CFF-91AF-40A1-8193-5313BAEABF30}"/>
              </a:ext>
            </a:extLst>
          </p:cNvPr>
          <p:cNvSpPr/>
          <p:nvPr/>
        </p:nvSpPr>
        <p:spPr>
          <a:xfrm>
            <a:off x="974449" y="1589119"/>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CCS</a:t>
            </a:r>
            <a:r>
              <a:rPr lang="ja-JP" altLang="en-US" sz="1400" dirty="0">
                <a:solidFill>
                  <a:schemeClr val="tx1"/>
                </a:solidFill>
              </a:rPr>
              <a:t>様</a:t>
            </a:r>
            <a:endParaRPr kumimoji="1" lang="ja-JP" altLang="en-US" sz="1400" dirty="0">
              <a:solidFill>
                <a:schemeClr val="tx1"/>
              </a:solidFill>
            </a:endParaRPr>
          </a:p>
        </p:txBody>
      </p:sp>
      <p:cxnSp>
        <p:nvCxnSpPr>
          <p:cNvPr id="25" name="コネクタ: カギ線 24">
            <a:extLst>
              <a:ext uri="{FF2B5EF4-FFF2-40B4-BE49-F238E27FC236}">
                <a16:creationId xmlns:a16="http://schemas.microsoft.com/office/drawing/2014/main" id="{CB261FB4-023B-491C-8072-884B1D101230}"/>
              </a:ext>
            </a:extLst>
          </p:cNvPr>
          <p:cNvCxnSpPr>
            <a:cxnSpLocks/>
            <a:stCxn id="20" idx="0"/>
            <a:endCxn id="24" idx="3"/>
          </p:cNvCxnSpPr>
          <p:nvPr/>
        </p:nvCxnSpPr>
        <p:spPr>
          <a:xfrm rot="16200000" flipV="1">
            <a:off x="2706370" y="1805770"/>
            <a:ext cx="1484004" cy="1635477"/>
          </a:xfrm>
          <a:prstGeom prst="bentConnector2">
            <a:avLst/>
          </a:prstGeom>
          <a:ln w="412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7E094D7-3102-4D93-84F3-43425E2CFA33}"/>
              </a:ext>
            </a:extLst>
          </p:cNvPr>
          <p:cNvCxnSpPr>
            <a:cxnSpLocks/>
            <a:stCxn id="9" idx="0"/>
          </p:cNvCxnSpPr>
          <p:nvPr/>
        </p:nvCxnSpPr>
        <p:spPr>
          <a:xfrm flipV="1">
            <a:off x="1802541" y="2173894"/>
            <a:ext cx="11849" cy="3711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DE7CB6A5-7A5E-4BCC-881B-694B18AF9877}"/>
              </a:ext>
            </a:extLst>
          </p:cNvPr>
          <p:cNvSpPr/>
          <p:nvPr/>
        </p:nvSpPr>
        <p:spPr>
          <a:xfrm>
            <a:off x="3434969" y="5231685"/>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技サ・</a:t>
            </a:r>
            <a:r>
              <a:rPr kumimoji="1" lang="en-US" altLang="ja-JP" sz="1400" dirty="0">
                <a:solidFill>
                  <a:schemeClr val="tx1"/>
                </a:solidFill>
              </a:rPr>
              <a:t>CID</a:t>
            </a:r>
            <a:endParaRPr kumimoji="1" lang="ja-JP" altLang="en-US" sz="1400" dirty="0">
              <a:solidFill>
                <a:schemeClr val="tx1"/>
              </a:solidFill>
            </a:endParaRPr>
          </a:p>
        </p:txBody>
      </p:sp>
      <p:sp>
        <p:nvSpPr>
          <p:cNvPr id="32" name="コンテンツ プレースホルダー 2">
            <a:extLst>
              <a:ext uri="{FF2B5EF4-FFF2-40B4-BE49-F238E27FC236}">
                <a16:creationId xmlns:a16="http://schemas.microsoft.com/office/drawing/2014/main" id="{BE8A5E72-42B3-401C-BE56-72C29F341AE5}"/>
              </a:ext>
            </a:extLst>
          </p:cNvPr>
          <p:cNvSpPr txBox="1">
            <a:spLocks/>
          </p:cNvSpPr>
          <p:nvPr/>
        </p:nvSpPr>
        <p:spPr>
          <a:xfrm>
            <a:off x="2181640" y="5012534"/>
            <a:ext cx="897986" cy="281638"/>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アプリ以外</a:t>
            </a:r>
          </a:p>
        </p:txBody>
      </p:sp>
      <p:sp>
        <p:nvSpPr>
          <p:cNvPr id="33" name="コンテンツ プレースホルダー 2">
            <a:extLst>
              <a:ext uri="{FF2B5EF4-FFF2-40B4-BE49-F238E27FC236}">
                <a16:creationId xmlns:a16="http://schemas.microsoft.com/office/drawing/2014/main" id="{4DF62D0C-151F-4E0F-8A2F-8EFEA2BD6BDE}"/>
              </a:ext>
            </a:extLst>
          </p:cNvPr>
          <p:cNvSpPr txBox="1">
            <a:spLocks/>
          </p:cNvSpPr>
          <p:nvPr/>
        </p:nvSpPr>
        <p:spPr>
          <a:xfrm>
            <a:off x="3219506" y="1851890"/>
            <a:ext cx="1059414" cy="563275"/>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設定、</a:t>
            </a:r>
            <a:endParaRPr lang="en-US" altLang="ja-JP" sz="1200" dirty="0"/>
          </a:p>
          <a:p>
            <a:r>
              <a:rPr lang="ja-JP" altLang="en-US" sz="1200" dirty="0"/>
              <a:t>データ抽出</a:t>
            </a:r>
          </a:p>
        </p:txBody>
      </p:sp>
      <p:cxnSp>
        <p:nvCxnSpPr>
          <p:cNvPr id="34" name="直線矢印コネクタ 33">
            <a:extLst>
              <a:ext uri="{FF2B5EF4-FFF2-40B4-BE49-F238E27FC236}">
                <a16:creationId xmlns:a16="http://schemas.microsoft.com/office/drawing/2014/main" id="{1EDDCF11-5617-4A4B-9147-3B1A3405517B}"/>
              </a:ext>
            </a:extLst>
          </p:cNvPr>
          <p:cNvCxnSpPr>
            <a:cxnSpLocks/>
            <a:endCxn id="6" idx="2"/>
          </p:cNvCxnSpPr>
          <p:nvPr/>
        </p:nvCxnSpPr>
        <p:spPr>
          <a:xfrm flipV="1">
            <a:off x="1793814" y="4622535"/>
            <a:ext cx="8727" cy="11939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正方形/長方形 38">
            <a:extLst>
              <a:ext uri="{FF2B5EF4-FFF2-40B4-BE49-F238E27FC236}">
                <a16:creationId xmlns:a16="http://schemas.microsoft.com/office/drawing/2014/main" id="{2FD92AAA-CA04-4AB1-A21B-DC54FA38955C}"/>
              </a:ext>
            </a:extLst>
          </p:cNvPr>
          <p:cNvSpPr/>
          <p:nvPr/>
        </p:nvSpPr>
        <p:spPr>
          <a:xfrm>
            <a:off x="6087016" y="5249502"/>
            <a:ext cx="2025207"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NTTPC</a:t>
            </a:r>
            <a:r>
              <a:rPr kumimoji="1" lang="ja-JP" altLang="en-US" sz="1400" dirty="0">
                <a:solidFill>
                  <a:schemeClr val="tx1"/>
                </a:solidFill>
              </a:rPr>
              <a:t>様</a:t>
            </a:r>
          </a:p>
        </p:txBody>
      </p:sp>
      <p:cxnSp>
        <p:nvCxnSpPr>
          <p:cNvPr id="40" name="コネクタ: カギ線 39">
            <a:extLst>
              <a:ext uri="{FF2B5EF4-FFF2-40B4-BE49-F238E27FC236}">
                <a16:creationId xmlns:a16="http://schemas.microsoft.com/office/drawing/2014/main" id="{D4332503-4233-44C0-80E1-3B6664B25722}"/>
              </a:ext>
            </a:extLst>
          </p:cNvPr>
          <p:cNvCxnSpPr>
            <a:cxnSpLocks/>
          </p:cNvCxnSpPr>
          <p:nvPr/>
        </p:nvCxnSpPr>
        <p:spPr>
          <a:xfrm rot="16200000" flipV="1">
            <a:off x="2217120" y="2111619"/>
            <a:ext cx="3642598" cy="2791879"/>
          </a:xfrm>
          <a:prstGeom prst="bentConnector3">
            <a:avLst>
              <a:gd name="adj1" fmla="val 100438"/>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 name="コンテンツ プレースホルダー 2">
            <a:extLst>
              <a:ext uri="{FF2B5EF4-FFF2-40B4-BE49-F238E27FC236}">
                <a16:creationId xmlns:a16="http://schemas.microsoft.com/office/drawing/2014/main" id="{FF5F7ABB-6E67-448A-9684-AD3B6B6CC2C4}"/>
              </a:ext>
            </a:extLst>
          </p:cNvPr>
          <p:cNvSpPr txBox="1">
            <a:spLocks/>
          </p:cNvSpPr>
          <p:nvPr/>
        </p:nvSpPr>
        <p:spPr>
          <a:xfrm>
            <a:off x="5305345" y="5322897"/>
            <a:ext cx="1405061" cy="351030"/>
          </a:xfrm>
          <a:prstGeom prst="rect">
            <a:avLst/>
          </a:prstGeom>
          <a:ln>
            <a:noFill/>
          </a:ln>
        </p:spPr>
        <p:txBody>
          <a:bodyPr vert="horz" lIns="91440" tIns="45720" rIns="91440" bIns="45720" rtlCol="0">
            <a:normAutofit fontScale="85000" lnSpcReduction="2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インフラ</a:t>
            </a:r>
            <a:endParaRPr lang="en-US" altLang="ja-JP" sz="1200" dirty="0"/>
          </a:p>
          <a:p>
            <a:r>
              <a:rPr lang="en-US" altLang="ja-JP" sz="1200" dirty="0"/>
              <a:t>※NTTPC DC</a:t>
            </a:r>
          </a:p>
        </p:txBody>
      </p:sp>
      <p:cxnSp>
        <p:nvCxnSpPr>
          <p:cNvPr id="48" name="直線矢印コネクタ 47">
            <a:extLst>
              <a:ext uri="{FF2B5EF4-FFF2-40B4-BE49-F238E27FC236}">
                <a16:creationId xmlns:a16="http://schemas.microsoft.com/office/drawing/2014/main" id="{90CD3ECB-9D5A-4259-AC21-75C6D3F150ED}"/>
              </a:ext>
            </a:extLst>
          </p:cNvPr>
          <p:cNvCxnSpPr>
            <a:cxnSpLocks/>
            <a:stCxn id="31" idx="3"/>
            <a:endCxn id="39" idx="1"/>
          </p:cNvCxnSpPr>
          <p:nvPr/>
        </p:nvCxnSpPr>
        <p:spPr>
          <a:xfrm>
            <a:off x="5091153" y="5524073"/>
            <a:ext cx="995863" cy="17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564FCB31-C97B-4DA2-B83F-9C20D8379400}"/>
              </a:ext>
            </a:extLst>
          </p:cNvPr>
          <p:cNvSpPr/>
          <p:nvPr/>
        </p:nvSpPr>
        <p:spPr>
          <a:xfrm>
            <a:off x="3423774" y="4277852"/>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TIS</a:t>
            </a:r>
            <a:r>
              <a:rPr kumimoji="1" lang="ja-JP" altLang="en-US" sz="1400" dirty="0">
                <a:solidFill>
                  <a:schemeClr val="tx1"/>
                </a:solidFill>
              </a:rPr>
              <a:t>様</a:t>
            </a:r>
          </a:p>
        </p:txBody>
      </p:sp>
      <p:cxnSp>
        <p:nvCxnSpPr>
          <p:cNvPr id="61" name="コネクタ: カギ線 60">
            <a:extLst>
              <a:ext uri="{FF2B5EF4-FFF2-40B4-BE49-F238E27FC236}">
                <a16:creationId xmlns:a16="http://schemas.microsoft.com/office/drawing/2014/main" id="{2568DEE9-1273-4216-90CA-BA8D5FCBABF2}"/>
              </a:ext>
            </a:extLst>
          </p:cNvPr>
          <p:cNvCxnSpPr>
            <a:cxnSpLocks/>
            <a:stCxn id="6" idx="3"/>
            <a:endCxn id="58" idx="1"/>
          </p:cNvCxnSpPr>
          <p:nvPr/>
        </p:nvCxnSpPr>
        <p:spPr>
          <a:xfrm>
            <a:off x="2630633" y="4330148"/>
            <a:ext cx="793141" cy="24009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コンテンツ プレースホルダー 2">
            <a:extLst>
              <a:ext uri="{FF2B5EF4-FFF2-40B4-BE49-F238E27FC236}">
                <a16:creationId xmlns:a16="http://schemas.microsoft.com/office/drawing/2014/main" id="{13479ADC-ABE4-4986-9DBB-D01B7E6D940F}"/>
              </a:ext>
            </a:extLst>
          </p:cNvPr>
          <p:cNvSpPr txBox="1">
            <a:spLocks/>
          </p:cNvSpPr>
          <p:nvPr/>
        </p:nvSpPr>
        <p:spPr>
          <a:xfrm>
            <a:off x="2586875" y="4134795"/>
            <a:ext cx="1405061" cy="351030"/>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マスタ登録内容</a:t>
            </a:r>
            <a:endParaRPr lang="en-US" altLang="ja-JP" sz="1200" dirty="0"/>
          </a:p>
        </p:txBody>
      </p:sp>
      <p:cxnSp>
        <p:nvCxnSpPr>
          <p:cNvPr id="65" name="コネクタ: カギ線 64">
            <a:extLst>
              <a:ext uri="{FF2B5EF4-FFF2-40B4-BE49-F238E27FC236}">
                <a16:creationId xmlns:a16="http://schemas.microsoft.com/office/drawing/2014/main" id="{83482963-78E8-4269-841D-009463BE6D20}"/>
              </a:ext>
            </a:extLst>
          </p:cNvPr>
          <p:cNvCxnSpPr>
            <a:cxnSpLocks/>
            <a:endCxn id="31" idx="1"/>
          </p:cNvCxnSpPr>
          <p:nvPr/>
        </p:nvCxnSpPr>
        <p:spPr>
          <a:xfrm>
            <a:off x="2414609" y="4590412"/>
            <a:ext cx="1020360" cy="93366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570A22E1-313E-4D29-ADF9-E90C83B8118F}"/>
              </a:ext>
            </a:extLst>
          </p:cNvPr>
          <p:cNvCxnSpPr/>
          <p:nvPr/>
        </p:nvCxnSpPr>
        <p:spPr>
          <a:xfrm>
            <a:off x="5091153" y="5328858"/>
            <a:ext cx="34320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コンテンツ プレースホルダー 2">
            <a:extLst>
              <a:ext uri="{FF2B5EF4-FFF2-40B4-BE49-F238E27FC236}">
                <a16:creationId xmlns:a16="http://schemas.microsoft.com/office/drawing/2014/main" id="{B07CE1C5-AAD4-4BD7-920A-D92672080A46}"/>
              </a:ext>
            </a:extLst>
          </p:cNvPr>
          <p:cNvSpPr txBox="1">
            <a:spLocks/>
          </p:cNvSpPr>
          <p:nvPr/>
        </p:nvSpPr>
        <p:spPr>
          <a:xfrm>
            <a:off x="5384486" y="2661868"/>
            <a:ext cx="969858" cy="467903"/>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err="1"/>
              <a:t>MapR</a:t>
            </a:r>
            <a:endParaRPr lang="en-US" altLang="ja-JP" sz="1200" dirty="0"/>
          </a:p>
        </p:txBody>
      </p:sp>
      <p:sp>
        <p:nvSpPr>
          <p:cNvPr id="83" name="コンテンツ プレースホルダー 2">
            <a:extLst>
              <a:ext uri="{FF2B5EF4-FFF2-40B4-BE49-F238E27FC236}">
                <a16:creationId xmlns:a16="http://schemas.microsoft.com/office/drawing/2014/main" id="{18D2AFB7-7145-44A9-A08B-D87601AFD95C}"/>
              </a:ext>
            </a:extLst>
          </p:cNvPr>
          <p:cNvSpPr txBox="1">
            <a:spLocks/>
          </p:cNvSpPr>
          <p:nvPr/>
        </p:nvSpPr>
        <p:spPr>
          <a:xfrm>
            <a:off x="7248128" y="1196751"/>
            <a:ext cx="4536504" cy="3642599"/>
          </a:xfrm>
          <a:prstGeom prst="rect">
            <a:avLst/>
          </a:prstGeom>
        </p:spPr>
        <p:txBody>
          <a:bodyPr vert="horz" lIns="91440" tIns="45720" rIns="91440" bIns="45720" rtlCol="0">
            <a:normAutofit fontScale="92500" lnSpcReduction="1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Arial" panose="020B0604020202020204" pitchFamily="34" charset="0"/>
              <a:buChar char="•"/>
            </a:pPr>
            <a:r>
              <a:rPr lang="ja-JP" altLang="en-US" sz="1400" dirty="0"/>
              <a:t>市場からの問い合わせは</a:t>
            </a:r>
            <a:r>
              <a:rPr lang="en-US" altLang="ja-JP" sz="1400" dirty="0"/>
              <a:t>SOS</a:t>
            </a:r>
            <a:r>
              <a:rPr lang="ja-JP" altLang="en-US" sz="1400" dirty="0"/>
              <a:t>を経由。</a:t>
            </a: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r>
              <a:rPr lang="ja-JP" altLang="en-US" sz="1400" dirty="0"/>
              <a:t>市場側で原因箇所の切り分けをできないことから</a:t>
            </a:r>
            <a:r>
              <a:rPr lang="en-US" altLang="ja-JP" sz="1400" dirty="0"/>
              <a:t>SOS</a:t>
            </a:r>
            <a:r>
              <a:rPr lang="ja-JP" altLang="en-US" sz="1400" dirty="0"/>
              <a:t>でエスカレーション先の振り分けは実施。振り分け先で</a:t>
            </a:r>
            <a:r>
              <a:rPr lang="en-US" altLang="ja-JP" sz="1400" dirty="0"/>
              <a:t>1</a:t>
            </a:r>
            <a:r>
              <a:rPr lang="ja-JP" altLang="en-US" sz="1400" dirty="0"/>
              <a:t>次調査を実施。原因が担当範囲と異なる場合は、シスメックス内で調整。</a:t>
            </a: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r>
              <a:rPr lang="ja-JP" altLang="en-US" sz="1400" dirty="0"/>
              <a:t>中国からの問い合わせについては、基本的には上記と同様。ただし、</a:t>
            </a:r>
            <a:r>
              <a:rPr lang="en-US" altLang="ja-JP" sz="1400" dirty="0"/>
              <a:t>SCH</a:t>
            </a:r>
            <a:r>
              <a:rPr lang="ja-JP" altLang="en-US" sz="1400" dirty="0"/>
              <a:t>でインフラ起因と分かる場合は、</a:t>
            </a:r>
            <a:r>
              <a:rPr lang="en-US" altLang="ja-JP" sz="1400" dirty="0"/>
              <a:t>SCH</a:t>
            </a:r>
            <a:r>
              <a:rPr lang="ja-JP" altLang="en-US" sz="1400" dirty="0"/>
              <a:t>で原因究明と対処を実施。</a:t>
            </a:r>
            <a:r>
              <a:rPr lang="en-US" altLang="ja-JP" sz="1400" dirty="0"/>
              <a:t>SCH</a:t>
            </a:r>
            <a:r>
              <a:rPr lang="ja-JP" altLang="en-US" sz="1400" dirty="0"/>
              <a:t>担当者から</a:t>
            </a:r>
            <a:r>
              <a:rPr lang="en-US" altLang="ja-JP" sz="1400" dirty="0"/>
              <a:t>S-Corp</a:t>
            </a:r>
            <a:r>
              <a:rPr lang="ja-JP" altLang="en-US" sz="1400" dirty="0"/>
              <a:t>担当者へ情報共有を実施。</a:t>
            </a:r>
            <a:r>
              <a:rPr lang="en-US" altLang="ja-JP" sz="1400" dirty="0"/>
              <a:t>SOS</a:t>
            </a:r>
            <a:r>
              <a:rPr lang="ja-JP" altLang="en-US" sz="1400" dirty="0"/>
              <a:t>へのエスカレーションは発生しない。</a:t>
            </a: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r>
              <a:rPr lang="ja-JP" altLang="en-US" sz="1400" dirty="0"/>
              <a:t>保守対象の問い合わせ後にデータを確認をする場合に、問い合わせ元の市場によって調査先のサーバは決める。</a:t>
            </a:r>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r>
              <a:rPr lang="ja-JP" altLang="en-US" sz="1400" dirty="0"/>
              <a:t>アプリケーションに関する問い合わせについてはシスメックスソフトウェア技術</a:t>
            </a:r>
            <a:r>
              <a:rPr lang="en-US" altLang="ja-JP" sz="1400" dirty="0"/>
              <a:t>Gr</a:t>
            </a:r>
            <a:r>
              <a:rPr lang="ja-JP" altLang="en-US" sz="1400" dirty="0"/>
              <a:t>から</a:t>
            </a:r>
            <a:r>
              <a:rPr lang="en-US" altLang="ja-JP" sz="1400" dirty="0"/>
              <a:t>CCS</a:t>
            </a:r>
            <a:r>
              <a:rPr lang="ja-JP" altLang="en-US" sz="1400" dirty="0"/>
              <a:t>様へ問い合わせ。　</a:t>
            </a:r>
            <a:r>
              <a:rPr lang="en-US" altLang="ja-JP" sz="1400" dirty="0"/>
              <a:t>※</a:t>
            </a:r>
            <a:r>
              <a:rPr lang="ja-JP" altLang="en-US" sz="1400" dirty="0"/>
              <a:t>本保守契約の範囲外</a:t>
            </a: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endParaRPr lang="en-US" altLang="ja-JP" sz="1400" dirty="0"/>
          </a:p>
        </p:txBody>
      </p:sp>
      <p:sp>
        <p:nvSpPr>
          <p:cNvPr id="84" name="コンテンツ プレースホルダー 2">
            <a:extLst>
              <a:ext uri="{FF2B5EF4-FFF2-40B4-BE49-F238E27FC236}">
                <a16:creationId xmlns:a16="http://schemas.microsoft.com/office/drawing/2014/main" id="{0B46E0F0-111D-44B7-A2DF-B033C1709848}"/>
              </a:ext>
            </a:extLst>
          </p:cNvPr>
          <p:cNvSpPr txBox="1">
            <a:spLocks/>
          </p:cNvSpPr>
          <p:nvPr/>
        </p:nvSpPr>
        <p:spPr>
          <a:xfrm>
            <a:off x="374226" y="892480"/>
            <a:ext cx="4785669" cy="366964"/>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本保守契約の範囲は青線</a:t>
            </a:r>
            <a:endParaRPr lang="en-US" altLang="ja-JP" sz="1600" dirty="0"/>
          </a:p>
        </p:txBody>
      </p:sp>
      <p:sp>
        <p:nvSpPr>
          <p:cNvPr id="86" name="正方形/長方形 85">
            <a:extLst>
              <a:ext uri="{FF2B5EF4-FFF2-40B4-BE49-F238E27FC236}">
                <a16:creationId xmlns:a16="http://schemas.microsoft.com/office/drawing/2014/main" id="{A7E42522-2673-43A6-BCB7-B282D5B912D8}"/>
              </a:ext>
            </a:extLst>
          </p:cNvPr>
          <p:cNvSpPr/>
          <p:nvPr/>
        </p:nvSpPr>
        <p:spPr>
          <a:xfrm>
            <a:off x="6096000" y="6045526"/>
            <a:ext cx="201622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SCH</a:t>
            </a:r>
          </a:p>
          <a:p>
            <a:pPr algn="ctr"/>
            <a:r>
              <a:rPr lang="ja-JP" altLang="en-US" sz="1400" dirty="0">
                <a:solidFill>
                  <a:schemeClr val="tx1"/>
                </a:solidFill>
              </a:rPr>
              <a:t>（</a:t>
            </a:r>
            <a:r>
              <a:rPr lang="en-US" altLang="ja-JP" sz="1400" dirty="0" err="1">
                <a:solidFill>
                  <a:schemeClr val="tx1"/>
                </a:solidFill>
              </a:rPr>
              <a:t>NTTComChina</a:t>
            </a:r>
            <a:r>
              <a:rPr lang="ja-JP" altLang="en-US" sz="1400" dirty="0">
                <a:solidFill>
                  <a:schemeClr val="tx1"/>
                </a:solidFill>
              </a:rPr>
              <a:t>様）</a:t>
            </a:r>
            <a:endParaRPr kumimoji="1" lang="ja-JP" altLang="en-US" sz="1400" dirty="0">
              <a:solidFill>
                <a:schemeClr val="tx1"/>
              </a:solidFill>
            </a:endParaRPr>
          </a:p>
        </p:txBody>
      </p:sp>
      <p:cxnSp>
        <p:nvCxnSpPr>
          <p:cNvPr id="87" name="コネクタ: カギ線 86">
            <a:extLst>
              <a:ext uri="{FF2B5EF4-FFF2-40B4-BE49-F238E27FC236}">
                <a16:creationId xmlns:a16="http://schemas.microsoft.com/office/drawing/2014/main" id="{ECBE8ADD-15E4-4EFD-9038-F36FC698AC8C}"/>
              </a:ext>
            </a:extLst>
          </p:cNvPr>
          <p:cNvCxnSpPr>
            <a:cxnSpLocks/>
            <a:endCxn id="86" idx="1"/>
          </p:cNvCxnSpPr>
          <p:nvPr/>
        </p:nvCxnSpPr>
        <p:spPr>
          <a:xfrm>
            <a:off x="5091153" y="5673927"/>
            <a:ext cx="1004847" cy="66398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コンテンツ プレースホルダー 2">
            <a:extLst>
              <a:ext uri="{FF2B5EF4-FFF2-40B4-BE49-F238E27FC236}">
                <a16:creationId xmlns:a16="http://schemas.microsoft.com/office/drawing/2014/main" id="{1DEECDAD-ABCD-4C25-A165-986AD8C6FDBB}"/>
              </a:ext>
            </a:extLst>
          </p:cNvPr>
          <p:cNvSpPr txBox="1">
            <a:spLocks/>
          </p:cNvSpPr>
          <p:nvPr/>
        </p:nvSpPr>
        <p:spPr>
          <a:xfrm>
            <a:off x="4891046" y="5942471"/>
            <a:ext cx="1405061" cy="351030"/>
          </a:xfrm>
          <a:prstGeom prst="rect">
            <a:avLst/>
          </a:prstGeom>
          <a:ln>
            <a:noFill/>
          </a:ln>
        </p:spPr>
        <p:txBody>
          <a:bodyPr vert="horz" lIns="91440" tIns="45720" rIns="91440" bIns="45720" rtlCol="0">
            <a:normAutofit fontScale="85000" lnSpcReduction="2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インフラ</a:t>
            </a:r>
            <a:endParaRPr lang="en-US" altLang="ja-JP" sz="1200" dirty="0"/>
          </a:p>
          <a:p>
            <a:r>
              <a:rPr lang="en-US" altLang="ja-JP" sz="1200" dirty="0"/>
              <a:t>※</a:t>
            </a:r>
            <a:r>
              <a:rPr lang="ja-JP" altLang="en-US" sz="1200" dirty="0"/>
              <a:t>中国</a:t>
            </a:r>
            <a:r>
              <a:rPr lang="en-US" altLang="ja-JP" sz="1200" dirty="0"/>
              <a:t> DC</a:t>
            </a:r>
          </a:p>
        </p:txBody>
      </p:sp>
      <p:sp>
        <p:nvSpPr>
          <p:cNvPr id="96" name="正方形/長方形 95">
            <a:extLst>
              <a:ext uri="{FF2B5EF4-FFF2-40B4-BE49-F238E27FC236}">
                <a16:creationId xmlns:a16="http://schemas.microsoft.com/office/drawing/2014/main" id="{F876E926-A4A9-40E5-9A0B-3EBA6806EA0B}"/>
              </a:ext>
            </a:extLst>
          </p:cNvPr>
          <p:cNvSpPr/>
          <p:nvPr/>
        </p:nvSpPr>
        <p:spPr>
          <a:xfrm>
            <a:off x="3287689" y="1038735"/>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HP</a:t>
            </a:r>
            <a:r>
              <a:rPr lang="ja-JP" altLang="en-US" sz="1400" dirty="0">
                <a:solidFill>
                  <a:schemeClr val="tx1"/>
                </a:solidFill>
              </a:rPr>
              <a:t>様</a:t>
            </a:r>
            <a:endParaRPr kumimoji="1" lang="ja-JP" altLang="en-US" sz="1400" dirty="0">
              <a:solidFill>
                <a:schemeClr val="tx1"/>
              </a:solidFill>
            </a:endParaRPr>
          </a:p>
        </p:txBody>
      </p:sp>
      <p:cxnSp>
        <p:nvCxnSpPr>
          <p:cNvPr id="97" name="コネクタ: カギ線 96">
            <a:extLst>
              <a:ext uri="{FF2B5EF4-FFF2-40B4-BE49-F238E27FC236}">
                <a16:creationId xmlns:a16="http://schemas.microsoft.com/office/drawing/2014/main" id="{C13EA8FE-4F7D-41CF-8FC0-C632B0AF87D6}"/>
              </a:ext>
            </a:extLst>
          </p:cNvPr>
          <p:cNvCxnSpPr>
            <a:cxnSpLocks/>
            <a:stCxn id="24" idx="0"/>
            <a:endCxn id="96" idx="1"/>
          </p:cNvCxnSpPr>
          <p:nvPr/>
        </p:nvCxnSpPr>
        <p:spPr>
          <a:xfrm rot="5400000" flipH="1" flipV="1">
            <a:off x="2416117" y="717547"/>
            <a:ext cx="257996" cy="1485148"/>
          </a:xfrm>
          <a:prstGeom prst="bentConnector2">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コンテンツ プレースホルダー 2">
            <a:extLst>
              <a:ext uri="{FF2B5EF4-FFF2-40B4-BE49-F238E27FC236}">
                <a16:creationId xmlns:a16="http://schemas.microsoft.com/office/drawing/2014/main" id="{85E9FC40-B54A-47C7-9AC2-C6E3F31AD439}"/>
              </a:ext>
            </a:extLst>
          </p:cNvPr>
          <p:cNvSpPr txBox="1">
            <a:spLocks/>
          </p:cNvSpPr>
          <p:nvPr/>
        </p:nvSpPr>
        <p:spPr>
          <a:xfrm>
            <a:off x="1781834" y="1335690"/>
            <a:ext cx="2009910" cy="351030"/>
          </a:xfrm>
          <a:prstGeom prst="rect">
            <a:avLst/>
          </a:prstGeom>
          <a:ln>
            <a:noFill/>
          </a:ln>
        </p:spPr>
        <p:txBody>
          <a:bodyPr vert="horz" lIns="91440" tIns="45720" rIns="91440" bIns="45720" rtlCol="0">
            <a:normAutofit fontScale="85000" lnSpcReduction="1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err="1"/>
              <a:t>MapR</a:t>
            </a:r>
            <a:r>
              <a:rPr lang="ja-JP" altLang="en-US" sz="1200" dirty="0"/>
              <a:t>テクニカルサポート問い合わせ</a:t>
            </a:r>
            <a:endParaRPr lang="en-US" altLang="ja-JP" sz="1200" dirty="0"/>
          </a:p>
        </p:txBody>
      </p:sp>
    </p:spTree>
    <p:extLst>
      <p:ext uri="{BB962C8B-B14F-4D97-AF65-F5344CB8AC3E}">
        <p14:creationId xmlns:p14="http://schemas.microsoft.com/office/powerpoint/2010/main" val="3663987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95FA462-F76A-4A17-9707-49260EFAB7E6}"/>
              </a:ext>
            </a:extLst>
          </p:cNvPr>
          <p:cNvSpPr>
            <a:spLocks noGrp="1"/>
          </p:cNvSpPr>
          <p:nvPr>
            <p:ph type="sldNum" sz="quarter" idx="16"/>
          </p:nvPr>
        </p:nvSpPr>
        <p:spPr/>
        <p:txBody>
          <a:bodyPr/>
          <a:lstStyle/>
          <a:p>
            <a:fld id="{982DF7F2-B14C-47C5-B9A4-9372430F170B}" type="slidenum">
              <a:rPr lang="ja-JP" altLang="en-US" smtClean="0"/>
              <a:pPr/>
              <a:t>7</a:t>
            </a:fld>
            <a:endParaRPr lang="ja-JP" altLang="en-US"/>
          </a:p>
        </p:txBody>
      </p:sp>
      <p:sp>
        <p:nvSpPr>
          <p:cNvPr id="4" name="タイトル 3">
            <a:extLst>
              <a:ext uri="{FF2B5EF4-FFF2-40B4-BE49-F238E27FC236}">
                <a16:creationId xmlns:a16="http://schemas.microsoft.com/office/drawing/2014/main" id="{B605087F-7AF5-4325-911C-414D0735E4CE}"/>
              </a:ext>
            </a:extLst>
          </p:cNvPr>
          <p:cNvSpPr>
            <a:spLocks noGrp="1"/>
          </p:cNvSpPr>
          <p:nvPr>
            <p:ph type="title"/>
          </p:nvPr>
        </p:nvSpPr>
        <p:spPr/>
        <p:txBody>
          <a:bodyPr/>
          <a:lstStyle/>
          <a:p>
            <a:r>
              <a:rPr kumimoji="1" lang="en-US" altLang="ja-JP" dirty="0"/>
              <a:t>XQC</a:t>
            </a:r>
            <a:r>
              <a:rPr kumimoji="1" lang="ja-JP" altLang="en-US" dirty="0"/>
              <a:t>サービスに関する監視フローおよび体制</a:t>
            </a:r>
          </a:p>
        </p:txBody>
      </p:sp>
      <p:sp>
        <p:nvSpPr>
          <p:cNvPr id="6" name="正方形/長方形 5">
            <a:extLst>
              <a:ext uri="{FF2B5EF4-FFF2-40B4-BE49-F238E27FC236}">
                <a16:creationId xmlns:a16="http://schemas.microsoft.com/office/drawing/2014/main" id="{AF255154-BCE4-48E1-BC4D-6C7587807067}"/>
              </a:ext>
            </a:extLst>
          </p:cNvPr>
          <p:cNvSpPr/>
          <p:nvPr/>
        </p:nvSpPr>
        <p:spPr>
          <a:xfrm>
            <a:off x="974449" y="4037760"/>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SOS</a:t>
            </a:r>
            <a:endParaRPr kumimoji="1" lang="ja-JP" altLang="en-US" sz="1400" dirty="0">
              <a:solidFill>
                <a:schemeClr val="tx1"/>
              </a:solidFill>
            </a:endParaRPr>
          </a:p>
        </p:txBody>
      </p:sp>
      <p:sp>
        <p:nvSpPr>
          <p:cNvPr id="8" name="正方形/長方形 7">
            <a:extLst>
              <a:ext uri="{FF2B5EF4-FFF2-40B4-BE49-F238E27FC236}">
                <a16:creationId xmlns:a16="http://schemas.microsoft.com/office/drawing/2014/main" id="{8B3A5497-9660-4EB1-9312-942507737C1C}"/>
              </a:ext>
            </a:extLst>
          </p:cNvPr>
          <p:cNvSpPr/>
          <p:nvPr/>
        </p:nvSpPr>
        <p:spPr>
          <a:xfrm>
            <a:off x="986298" y="5868561"/>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市場</a:t>
            </a:r>
          </a:p>
        </p:txBody>
      </p:sp>
      <p:sp>
        <p:nvSpPr>
          <p:cNvPr id="9" name="正方形/長方形 8">
            <a:extLst>
              <a:ext uri="{FF2B5EF4-FFF2-40B4-BE49-F238E27FC236}">
                <a16:creationId xmlns:a16="http://schemas.microsoft.com/office/drawing/2014/main" id="{1B7D9F5F-C0F9-4551-B405-1F5EBE0FE3EB}"/>
              </a:ext>
            </a:extLst>
          </p:cNvPr>
          <p:cNvSpPr/>
          <p:nvPr/>
        </p:nvSpPr>
        <p:spPr>
          <a:xfrm>
            <a:off x="974449" y="2544997"/>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rPr>
              <a:t>ソフトウェア技術</a:t>
            </a:r>
            <a:r>
              <a:rPr lang="en-US" altLang="ja-JP" sz="1400" dirty="0">
                <a:solidFill>
                  <a:schemeClr val="tx1"/>
                </a:solidFill>
              </a:rPr>
              <a:t>Gr</a:t>
            </a:r>
            <a:endParaRPr kumimoji="1" lang="ja-JP" altLang="en-US" sz="1400" dirty="0">
              <a:solidFill>
                <a:schemeClr val="tx1"/>
              </a:solidFill>
            </a:endParaRPr>
          </a:p>
        </p:txBody>
      </p:sp>
      <p:cxnSp>
        <p:nvCxnSpPr>
          <p:cNvPr id="16" name="コネクタ: カギ線 15">
            <a:extLst>
              <a:ext uri="{FF2B5EF4-FFF2-40B4-BE49-F238E27FC236}">
                <a16:creationId xmlns:a16="http://schemas.microsoft.com/office/drawing/2014/main" id="{5C35943A-EA6F-40D1-8498-0D32C0BCA9C5}"/>
              </a:ext>
            </a:extLst>
          </p:cNvPr>
          <p:cNvCxnSpPr>
            <a:cxnSpLocks/>
          </p:cNvCxnSpPr>
          <p:nvPr/>
        </p:nvCxnSpPr>
        <p:spPr>
          <a:xfrm rot="10800000" flipV="1">
            <a:off x="2609927" y="3666661"/>
            <a:ext cx="725108" cy="48507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A518C2A1-4760-448E-83FD-2D4954333BDB}"/>
              </a:ext>
            </a:extLst>
          </p:cNvPr>
          <p:cNvSpPr/>
          <p:nvPr/>
        </p:nvSpPr>
        <p:spPr>
          <a:xfrm>
            <a:off x="3438018" y="3365511"/>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CID</a:t>
            </a:r>
            <a:endParaRPr kumimoji="1" lang="ja-JP" altLang="en-US" sz="1400" dirty="0">
              <a:solidFill>
                <a:schemeClr val="tx1"/>
              </a:solidFill>
            </a:endParaRPr>
          </a:p>
        </p:txBody>
      </p:sp>
      <p:sp>
        <p:nvSpPr>
          <p:cNvPr id="22" name="コンテンツ プレースホルダー 2">
            <a:extLst>
              <a:ext uri="{FF2B5EF4-FFF2-40B4-BE49-F238E27FC236}">
                <a16:creationId xmlns:a16="http://schemas.microsoft.com/office/drawing/2014/main" id="{EB0D873A-EF77-4CD0-B162-A643E1BD4737}"/>
              </a:ext>
            </a:extLst>
          </p:cNvPr>
          <p:cNvSpPr txBox="1">
            <a:spLocks/>
          </p:cNvSpPr>
          <p:nvPr/>
        </p:nvSpPr>
        <p:spPr>
          <a:xfrm>
            <a:off x="2542507" y="3436094"/>
            <a:ext cx="1405061" cy="351030"/>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情報共有</a:t>
            </a:r>
            <a:endParaRPr lang="en-US" altLang="ja-JP" sz="1200" dirty="0"/>
          </a:p>
        </p:txBody>
      </p:sp>
      <p:sp>
        <p:nvSpPr>
          <p:cNvPr id="24" name="正方形/長方形 23">
            <a:extLst>
              <a:ext uri="{FF2B5EF4-FFF2-40B4-BE49-F238E27FC236}">
                <a16:creationId xmlns:a16="http://schemas.microsoft.com/office/drawing/2014/main" id="{83DD0CFF-91AF-40A1-8193-5313BAEABF30}"/>
              </a:ext>
            </a:extLst>
          </p:cNvPr>
          <p:cNvSpPr/>
          <p:nvPr/>
        </p:nvSpPr>
        <p:spPr>
          <a:xfrm>
            <a:off x="974449" y="1589119"/>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CCS</a:t>
            </a:r>
            <a:r>
              <a:rPr lang="ja-JP" altLang="en-US" sz="1400" dirty="0">
                <a:solidFill>
                  <a:schemeClr val="tx1"/>
                </a:solidFill>
              </a:rPr>
              <a:t>様</a:t>
            </a:r>
            <a:endParaRPr kumimoji="1" lang="ja-JP" altLang="en-US" sz="1400" dirty="0">
              <a:solidFill>
                <a:schemeClr val="tx1"/>
              </a:solidFill>
            </a:endParaRPr>
          </a:p>
        </p:txBody>
      </p:sp>
      <p:cxnSp>
        <p:nvCxnSpPr>
          <p:cNvPr id="25" name="コネクタ: カギ線 24">
            <a:extLst>
              <a:ext uri="{FF2B5EF4-FFF2-40B4-BE49-F238E27FC236}">
                <a16:creationId xmlns:a16="http://schemas.microsoft.com/office/drawing/2014/main" id="{CB261FB4-023B-491C-8072-884B1D101230}"/>
              </a:ext>
            </a:extLst>
          </p:cNvPr>
          <p:cNvCxnSpPr>
            <a:cxnSpLocks/>
            <a:stCxn id="24" idx="3"/>
            <a:endCxn id="20" idx="0"/>
          </p:cNvCxnSpPr>
          <p:nvPr/>
        </p:nvCxnSpPr>
        <p:spPr>
          <a:xfrm>
            <a:off x="2630633" y="1881507"/>
            <a:ext cx="1635477" cy="1484004"/>
          </a:xfrm>
          <a:prstGeom prst="bentConnector2">
            <a:avLst/>
          </a:prstGeom>
          <a:ln w="412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DE7CB6A5-7A5E-4BCC-881B-694B18AF9877}"/>
              </a:ext>
            </a:extLst>
          </p:cNvPr>
          <p:cNvSpPr/>
          <p:nvPr/>
        </p:nvSpPr>
        <p:spPr>
          <a:xfrm>
            <a:off x="3434969" y="5252050"/>
            <a:ext cx="1656184" cy="5847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技サ・</a:t>
            </a:r>
            <a:r>
              <a:rPr kumimoji="1" lang="en-US" altLang="ja-JP" sz="1400" dirty="0">
                <a:solidFill>
                  <a:schemeClr val="tx1"/>
                </a:solidFill>
              </a:rPr>
              <a:t>CID</a:t>
            </a:r>
            <a:endParaRPr kumimoji="1" lang="ja-JP" altLang="en-US" sz="1400" dirty="0">
              <a:solidFill>
                <a:schemeClr val="tx1"/>
              </a:solidFill>
            </a:endParaRPr>
          </a:p>
        </p:txBody>
      </p:sp>
      <p:sp>
        <p:nvSpPr>
          <p:cNvPr id="32" name="コンテンツ プレースホルダー 2">
            <a:extLst>
              <a:ext uri="{FF2B5EF4-FFF2-40B4-BE49-F238E27FC236}">
                <a16:creationId xmlns:a16="http://schemas.microsoft.com/office/drawing/2014/main" id="{BE8A5E72-42B3-401C-BE56-72C29F341AE5}"/>
              </a:ext>
            </a:extLst>
          </p:cNvPr>
          <p:cNvSpPr txBox="1">
            <a:spLocks/>
          </p:cNvSpPr>
          <p:nvPr/>
        </p:nvSpPr>
        <p:spPr>
          <a:xfrm>
            <a:off x="2437048" y="4946658"/>
            <a:ext cx="1210679" cy="344351"/>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情報共有</a:t>
            </a:r>
          </a:p>
        </p:txBody>
      </p:sp>
      <p:sp>
        <p:nvSpPr>
          <p:cNvPr id="33" name="コンテンツ プレースホルダー 2">
            <a:extLst>
              <a:ext uri="{FF2B5EF4-FFF2-40B4-BE49-F238E27FC236}">
                <a16:creationId xmlns:a16="http://schemas.microsoft.com/office/drawing/2014/main" id="{4DF62D0C-151F-4E0F-8A2F-8EFEA2BD6BDE}"/>
              </a:ext>
            </a:extLst>
          </p:cNvPr>
          <p:cNvSpPr txBox="1">
            <a:spLocks/>
          </p:cNvSpPr>
          <p:nvPr/>
        </p:nvSpPr>
        <p:spPr>
          <a:xfrm>
            <a:off x="3219506" y="1851890"/>
            <a:ext cx="1059414" cy="563275"/>
          </a:xfrm>
          <a:prstGeom prst="rect">
            <a:avLst/>
          </a:prstGeom>
          <a:ln>
            <a:noFill/>
          </a:ln>
        </p:spPr>
        <p:txBody>
          <a:bodyPr vert="horz" lIns="91440" tIns="45720" rIns="91440" bIns="45720" rtlCol="0">
            <a:normAutofit fontScale="925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err="1"/>
              <a:t>MapR</a:t>
            </a:r>
            <a:r>
              <a:rPr lang="ja-JP" altLang="en-US" sz="1200" dirty="0"/>
              <a:t>以外の異常検知連絡</a:t>
            </a:r>
          </a:p>
        </p:txBody>
      </p:sp>
      <p:cxnSp>
        <p:nvCxnSpPr>
          <p:cNvPr id="34" name="直線矢印コネクタ 33">
            <a:extLst>
              <a:ext uri="{FF2B5EF4-FFF2-40B4-BE49-F238E27FC236}">
                <a16:creationId xmlns:a16="http://schemas.microsoft.com/office/drawing/2014/main" id="{1EDDCF11-5617-4A4B-9147-3B1A3405517B}"/>
              </a:ext>
            </a:extLst>
          </p:cNvPr>
          <p:cNvCxnSpPr>
            <a:cxnSpLocks/>
            <a:stCxn id="6" idx="2"/>
            <a:endCxn id="8" idx="0"/>
          </p:cNvCxnSpPr>
          <p:nvPr/>
        </p:nvCxnSpPr>
        <p:spPr>
          <a:xfrm>
            <a:off x="1802541" y="4622535"/>
            <a:ext cx="11849" cy="1246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正方形/長方形 38">
            <a:extLst>
              <a:ext uri="{FF2B5EF4-FFF2-40B4-BE49-F238E27FC236}">
                <a16:creationId xmlns:a16="http://schemas.microsoft.com/office/drawing/2014/main" id="{2FD92AAA-CA04-4AB1-A21B-DC54FA38955C}"/>
              </a:ext>
            </a:extLst>
          </p:cNvPr>
          <p:cNvSpPr/>
          <p:nvPr/>
        </p:nvSpPr>
        <p:spPr>
          <a:xfrm>
            <a:off x="6087016" y="5249502"/>
            <a:ext cx="2025207"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NTTPC</a:t>
            </a:r>
            <a:r>
              <a:rPr kumimoji="1" lang="ja-JP" altLang="en-US" sz="1400" dirty="0">
                <a:solidFill>
                  <a:schemeClr val="tx1"/>
                </a:solidFill>
              </a:rPr>
              <a:t>様</a:t>
            </a:r>
          </a:p>
        </p:txBody>
      </p:sp>
      <p:cxnSp>
        <p:nvCxnSpPr>
          <p:cNvPr id="40" name="コネクタ: カギ線 39">
            <a:extLst>
              <a:ext uri="{FF2B5EF4-FFF2-40B4-BE49-F238E27FC236}">
                <a16:creationId xmlns:a16="http://schemas.microsoft.com/office/drawing/2014/main" id="{D4332503-4233-44C0-80E1-3B6664B25722}"/>
              </a:ext>
            </a:extLst>
          </p:cNvPr>
          <p:cNvCxnSpPr>
            <a:cxnSpLocks/>
          </p:cNvCxnSpPr>
          <p:nvPr/>
        </p:nvCxnSpPr>
        <p:spPr>
          <a:xfrm rot="5400000">
            <a:off x="3432526" y="3307493"/>
            <a:ext cx="3674031" cy="356776"/>
          </a:xfrm>
          <a:prstGeom prst="bentConnector3">
            <a:avLst>
              <a:gd name="adj1" fmla="val 100237"/>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90CD3ECB-9D5A-4259-AC21-75C6D3F150ED}"/>
              </a:ext>
            </a:extLst>
          </p:cNvPr>
          <p:cNvCxnSpPr>
            <a:cxnSpLocks/>
            <a:stCxn id="39" idx="1"/>
            <a:endCxn id="31" idx="3"/>
          </p:cNvCxnSpPr>
          <p:nvPr/>
        </p:nvCxnSpPr>
        <p:spPr>
          <a:xfrm flipH="1">
            <a:off x="5091153" y="5541890"/>
            <a:ext cx="995863" cy="25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564FCB31-C97B-4DA2-B83F-9C20D8379400}"/>
              </a:ext>
            </a:extLst>
          </p:cNvPr>
          <p:cNvSpPr/>
          <p:nvPr/>
        </p:nvSpPr>
        <p:spPr>
          <a:xfrm>
            <a:off x="3423774" y="4277852"/>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TIS</a:t>
            </a:r>
            <a:r>
              <a:rPr kumimoji="1" lang="ja-JP" altLang="en-US" sz="1400" dirty="0">
                <a:solidFill>
                  <a:schemeClr val="tx1"/>
                </a:solidFill>
              </a:rPr>
              <a:t>様</a:t>
            </a:r>
          </a:p>
        </p:txBody>
      </p:sp>
      <p:cxnSp>
        <p:nvCxnSpPr>
          <p:cNvPr id="65" name="コネクタ: カギ線 64">
            <a:extLst>
              <a:ext uri="{FF2B5EF4-FFF2-40B4-BE49-F238E27FC236}">
                <a16:creationId xmlns:a16="http://schemas.microsoft.com/office/drawing/2014/main" id="{83482963-78E8-4269-841D-009463BE6D20}"/>
              </a:ext>
            </a:extLst>
          </p:cNvPr>
          <p:cNvCxnSpPr>
            <a:cxnSpLocks/>
            <a:stCxn id="31" idx="1"/>
            <a:endCxn id="6" idx="3"/>
          </p:cNvCxnSpPr>
          <p:nvPr/>
        </p:nvCxnSpPr>
        <p:spPr>
          <a:xfrm rot="10800000">
            <a:off x="2630633" y="4330148"/>
            <a:ext cx="804336" cy="121429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570A22E1-313E-4D29-ADF9-E90C83B8118F}"/>
              </a:ext>
            </a:extLst>
          </p:cNvPr>
          <p:cNvCxnSpPr>
            <a:cxnSpLocks/>
          </p:cNvCxnSpPr>
          <p:nvPr/>
        </p:nvCxnSpPr>
        <p:spPr>
          <a:xfrm>
            <a:off x="2648964" y="1648867"/>
            <a:ext cx="279896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コンテンツ プレースホルダー 2">
            <a:extLst>
              <a:ext uri="{FF2B5EF4-FFF2-40B4-BE49-F238E27FC236}">
                <a16:creationId xmlns:a16="http://schemas.microsoft.com/office/drawing/2014/main" id="{B07CE1C5-AAD4-4BD7-920A-D92672080A46}"/>
              </a:ext>
            </a:extLst>
          </p:cNvPr>
          <p:cNvSpPr txBox="1">
            <a:spLocks/>
          </p:cNvSpPr>
          <p:nvPr/>
        </p:nvSpPr>
        <p:spPr>
          <a:xfrm>
            <a:off x="5384486" y="2661869"/>
            <a:ext cx="1575610" cy="351030"/>
          </a:xfrm>
          <a:prstGeom prst="rect">
            <a:avLst/>
          </a:prstGeom>
          <a:ln>
            <a:noFill/>
          </a:ln>
        </p:spPr>
        <p:txBody>
          <a:bodyPr vert="horz" lIns="91440" tIns="45720" rIns="91440" bIns="45720" rtlCol="0">
            <a:normAutofit fontScale="85000" lnSpcReduction="2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err="1"/>
              <a:t>MapR</a:t>
            </a:r>
            <a:r>
              <a:rPr lang="ja-JP" altLang="en-US" sz="1200" dirty="0"/>
              <a:t>に関する異常検知連絡</a:t>
            </a:r>
            <a:endParaRPr lang="en-US" altLang="ja-JP" sz="1200" dirty="0"/>
          </a:p>
        </p:txBody>
      </p:sp>
      <p:sp>
        <p:nvSpPr>
          <p:cNvPr id="83" name="コンテンツ プレースホルダー 2">
            <a:extLst>
              <a:ext uri="{FF2B5EF4-FFF2-40B4-BE49-F238E27FC236}">
                <a16:creationId xmlns:a16="http://schemas.microsoft.com/office/drawing/2014/main" id="{18D2AFB7-7145-44A9-A08B-D87601AFD95C}"/>
              </a:ext>
            </a:extLst>
          </p:cNvPr>
          <p:cNvSpPr txBox="1">
            <a:spLocks/>
          </p:cNvSpPr>
          <p:nvPr/>
        </p:nvSpPr>
        <p:spPr>
          <a:xfrm>
            <a:off x="7248128" y="1196752"/>
            <a:ext cx="4536504" cy="3168352"/>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Arial" panose="020B0604020202020204" pitchFamily="34" charset="0"/>
              <a:buChar char="•"/>
            </a:pPr>
            <a:r>
              <a:rPr lang="ja-JP" altLang="en-US" sz="1400" dirty="0"/>
              <a:t>監視による異常検知時はシスメックス各担当者へ連絡。</a:t>
            </a:r>
            <a:endParaRPr lang="en-US" altLang="ja-JP" sz="1400" dirty="0"/>
          </a:p>
          <a:p>
            <a:pPr marL="285750" indent="-285750">
              <a:buFont typeface="Arial" panose="020B0604020202020204" pitchFamily="34" charset="0"/>
              <a:buChar char="•"/>
            </a:pPr>
            <a:endParaRPr lang="en-US" altLang="ja-JP" sz="1400" dirty="0"/>
          </a:p>
          <a:p>
            <a:pPr marL="285750" indent="-285750">
              <a:buFont typeface="Arial" panose="020B0604020202020204" pitchFamily="34" charset="0"/>
              <a:buChar char="•"/>
            </a:pPr>
            <a:r>
              <a:rPr lang="ja-JP" altLang="en-US" sz="1400" dirty="0"/>
              <a:t>関係者への連絡はシスメックス担当者から実施。</a:t>
            </a:r>
            <a:endParaRPr lang="en-US" altLang="ja-JP" sz="1400" dirty="0"/>
          </a:p>
        </p:txBody>
      </p:sp>
      <p:sp>
        <p:nvSpPr>
          <p:cNvPr id="84" name="コンテンツ プレースホルダー 2">
            <a:extLst>
              <a:ext uri="{FF2B5EF4-FFF2-40B4-BE49-F238E27FC236}">
                <a16:creationId xmlns:a16="http://schemas.microsoft.com/office/drawing/2014/main" id="{0B46E0F0-111D-44B7-A2DF-B033C1709848}"/>
              </a:ext>
            </a:extLst>
          </p:cNvPr>
          <p:cNvSpPr txBox="1">
            <a:spLocks/>
          </p:cNvSpPr>
          <p:nvPr/>
        </p:nvSpPr>
        <p:spPr>
          <a:xfrm>
            <a:off x="374226" y="892480"/>
            <a:ext cx="4785669" cy="366964"/>
          </a:xfrm>
          <a:prstGeom prst="rect">
            <a:avLst/>
          </a:prstGeom>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本保守契約の範囲は青線</a:t>
            </a:r>
            <a:endParaRPr lang="en-US" altLang="ja-JP" sz="1600" dirty="0"/>
          </a:p>
        </p:txBody>
      </p:sp>
      <p:sp>
        <p:nvSpPr>
          <p:cNvPr id="86" name="正方形/長方形 85">
            <a:extLst>
              <a:ext uri="{FF2B5EF4-FFF2-40B4-BE49-F238E27FC236}">
                <a16:creationId xmlns:a16="http://schemas.microsoft.com/office/drawing/2014/main" id="{A7E42522-2673-43A6-BCB7-B282D5B912D8}"/>
              </a:ext>
            </a:extLst>
          </p:cNvPr>
          <p:cNvSpPr/>
          <p:nvPr/>
        </p:nvSpPr>
        <p:spPr>
          <a:xfrm>
            <a:off x="6096000" y="6045526"/>
            <a:ext cx="201622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SCH</a:t>
            </a:r>
          </a:p>
          <a:p>
            <a:pPr algn="ctr"/>
            <a:r>
              <a:rPr lang="ja-JP" altLang="en-US" sz="1400" dirty="0">
                <a:solidFill>
                  <a:schemeClr val="tx1"/>
                </a:solidFill>
              </a:rPr>
              <a:t>（</a:t>
            </a:r>
            <a:r>
              <a:rPr lang="en-US" altLang="ja-JP" sz="1400" dirty="0" err="1">
                <a:solidFill>
                  <a:schemeClr val="tx1"/>
                </a:solidFill>
              </a:rPr>
              <a:t>NTTComChina</a:t>
            </a:r>
            <a:r>
              <a:rPr lang="ja-JP" altLang="en-US" sz="1400" dirty="0">
                <a:solidFill>
                  <a:schemeClr val="tx1"/>
                </a:solidFill>
              </a:rPr>
              <a:t>様）</a:t>
            </a:r>
            <a:endParaRPr kumimoji="1" lang="ja-JP" altLang="en-US" sz="1400" dirty="0">
              <a:solidFill>
                <a:schemeClr val="tx1"/>
              </a:solidFill>
            </a:endParaRPr>
          </a:p>
        </p:txBody>
      </p:sp>
      <p:cxnSp>
        <p:nvCxnSpPr>
          <p:cNvPr id="87" name="コネクタ: カギ線 86">
            <a:extLst>
              <a:ext uri="{FF2B5EF4-FFF2-40B4-BE49-F238E27FC236}">
                <a16:creationId xmlns:a16="http://schemas.microsoft.com/office/drawing/2014/main" id="{ECBE8ADD-15E4-4EFD-9038-F36FC698AC8C}"/>
              </a:ext>
            </a:extLst>
          </p:cNvPr>
          <p:cNvCxnSpPr>
            <a:cxnSpLocks/>
            <a:stCxn id="86" idx="1"/>
          </p:cNvCxnSpPr>
          <p:nvPr/>
        </p:nvCxnSpPr>
        <p:spPr>
          <a:xfrm rot="10800000">
            <a:off x="5079958" y="5696486"/>
            <a:ext cx="1016042" cy="64142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コンテンツ プレースホルダー 2">
            <a:extLst>
              <a:ext uri="{FF2B5EF4-FFF2-40B4-BE49-F238E27FC236}">
                <a16:creationId xmlns:a16="http://schemas.microsoft.com/office/drawing/2014/main" id="{1DEECDAD-ABCD-4C25-A165-986AD8C6FDBB}"/>
              </a:ext>
            </a:extLst>
          </p:cNvPr>
          <p:cNvSpPr txBox="1">
            <a:spLocks/>
          </p:cNvSpPr>
          <p:nvPr/>
        </p:nvSpPr>
        <p:spPr>
          <a:xfrm>
            <a:off x="4639924" y="5942470"/>
            <a:ext cx="1004847" cy="620800"/>
          </a:xfrm>
          <a:prstGeom prst="rect">
            <a:avLst/>
          </a:prstGeom>
          <a:ln>
            <a:noFill/>
          </a:ln>
        </p:spPr>
        <p:txBody>
          <a:bodyPr vert="horz" lIns="91440" tIns="45720" rIns="91440" bIns="45720" rtlCol="0">
            <a:normAutofit fontScale="85000" lnSpcReduction="1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インフラに関する</a:t>
            </a:r>
            <a:endParaRPr lang="en-US" altLang="ja-JP" sz="1200" dirty="0"/>
          </a:p>
          <a:p>
            <a:r>
              <a:rPr lang="ja-JP" altLang="en-US" sz="1200" dirty="0"/>
              <a:t>異常検知連絡</a:t>
            </a:r>
            <a:endParaRPr lang="en-US" altLang="ja-JP" sz="1200" dirty="0"/>
          </a:p>
          <a:p>
            <a:r>
              <a:rPr lang="en-US" altLang="ja-JP" sz="1200" dirty="0"/>
              <a:t>※</a:t>
            </a:r>
            <a:r>
              <a:rPr lang="ja-JP" altLang="en-US" sz="1200" dirty="0"/>
              <a:t>中国</a:t>
            </a:r>
            <a:r>
              <a:rPr lang="en-US" altLang="ja-JP" sz="1200" dirty="0"/>
              <a:t> DC</a:t>
            </a:r>
          </a:p>
        </p:txBody>
      </p:sp>
      <p:sp>
        <p:nvSpPr>
          <p:cNvPr id="52" name="コンテンツ プレースホルダー 2">
            <a:extLst>
              <a:ext uri="{FF2B5EF4-FFF2-40B4-BE49-F238E27FC236}">
                <a16:creationId xmlns:a16="http://schemas.microsoft.com/office/drawing/2014/main" id="{900E83D6-3151-488D-A650-89DE9AD4B9AD}"/>
              </a:ext>
            </a:extLst>
          </p:cNvPr>
          <p:cNvSpPr txBox="1">
            <a:spLocks/>
          </p:cNvSpPr>
          <p:nvPr/>
        </p:nvSpPr>
        <p:spPr>
          <a:xfrm>
            <a:off x="491225" y="4890794"/>
            <a:ext cx="1769983" cy="358707"/>
          </a:xfrm>
          <a:prstGeom prst="rect">
            <a:avLst/>
          </a:prstGeom>
          <a:ln>
            <a:noFill/>
          </a:ln>
        </p:spPr>
        <p:txBody>
          <a:bodyPr vert="horz" lIns="91440" tIns="45720" rIns="91440" bIns="45720" rtlCol="0">
            <a:normAutofit fontScale="925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市場影響がある場合は周知</a:t>
            </a:r>
          </a:p>
        </p:txBody>
      </p:sp>
      <p:sp>
        <p:nvSpPr>
          <p:cNvPr id="63" name="コンテンツ プレースホルダー 2">
            <a:extLst>
              <a:ext uri="{FF2B5EF4-FFF2-40B4-BE49-F238E27FC236}">
                <a16:creationId xmlns:a16="http://schemas.microsoft.com/office/drawing/2014/main" id="{D9D12F6A-9B89-4219-9CE0-9403BBE91458}"/>
              </a:ext>
            </a:extLst>
          </p:cNvPr>
          <p:cNvSpPr txBox="1">
            <a:spLocks/>
          </p:cNvSpPr>
          <p:nvPr/>
        </p:nvSpPr>
        <p:spPr>
          <a:xfrm>
            <a:off x="5324966" y="5322335"/>
            <a:ext cx="1299898" cy="641431"/>
          </a:xfrm>
          <a:prstGeom prst="rect">
            <a:avLst/>
          </a:prstGeom>
          <a:ln>
            <a:noFill/>
          </a:ln>
        </p:spPr>
        <p:txBody>
          <a:bodyPr vert="horz" lIns="91440" tIns="45720" rIns="91440" bIns="45720" rtlCol="0">
            <a:norm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dirty="0"/>
              <a:t>インフラに関する</a:t>
            </a:r>
            <a:endParaRPr lang="en-US" altLang="ja-JP" sz="1200" dirty="0"/>
          </a:p>
          <a:p>
            <a:r>
              <a:rPr lang="ja-JP" altLang="en-US" sz="1200" dirty="0"/>
              <a:t>異常検知連絡</a:t>
            </a:r>
            <a:endParaRPr lang="en-US" altLang="ja-JP" sz="1200" dirty="0"/>
          </a:p>
          <a:p>
            <a:r>
              <a:rPr lang="en-US" altLang="ja-JP" sz="1200" dirty="0"/>
              <a:t>※NTTPC</a:t>
            </a:r>
            <a:r>
              <a:rPr lang="ja-JP" altLang="en-US" sz="1200" dirty="0"/>
              <a:t>　</a:t>
            </a:r>
            <a:r>
              <a:rPr lang="en-US" altLang="ja-JP" sz="1200" dirty="0"/>
              <a:t>DC</a:t>
            </a:r>
          </a:p>
        </p:txBody>
      </p:sp>
      <p:sp>
        <p:nvSpPr>
          <p:cNvPr id="76" name="正方形/長方形 75">
            <a:extLst>
              <a:ext uri="{FF2B5EF4-FFF2-40B4-BE49-F238E27FC236}">
                <a16:creationId xmlns:a16="http://schemas.microsoft.com/office/drawing/2014/main" id="{1FE703B1-06F3-463E-9F35-E1AFAD314DB6}"/>
              </a:ext>
            </a:extLst>
          </p:cNvPr>
          <p:cNvSpPr/>
          <p:nvPr/>
        </p:nvSpPr>
        <p:spPr>
          <a:xfrm>
            <a:off x="3287689" y="1038735"/>
            <a:ext cx="165618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HP</a:t>
            </a:r>
            <a:r>
              <a:rPr lang="ja-JP" altLang="en-US" sz="1400" dirty="0">
                <a:solidFill>
                  <a:schemeClr val="tx1"/>
                </a:solidFill>
              </a:rPr>
              <a:t>様</a:t>
            </a:r>
            <a:endParaRPr kumimoji="1" lang="ja-JP" altLang="en-US" sz="1400" dirty="0">
              <a:solidFill>
                <a:schemeClr val="tx1"/>
              </a:solidFill>
            </a:endParaRPr>
          </a:p>
        </p:txBody>
      </p:sp>
      <p:cxnSp>
        <p:nvCxnSpPr>
          <p:cNvPr id="77" name="コネクタ: カギ線 76">
            <a:extLst>
              <a:ext uri="{FF2B5EF4-FFF2-40B4-BE49-F238E27FC236}">
                <a16:creationId xmlns:a16="http://schemas.microsoft.com/office/drawing/2014/main" id="{39F9E8E9-987F-4838-B26B-BAD56B2EE063}"/>
              </a:ext>
            </a:extLst>
          </p:cNvPr>
          <p:cNvCxnSpPr>
            <a:cxnSpLocks/>
            <a:endCxn id="76" idx="1"/>
          </p:cNvCxnSpPr>
          <p:nvPr/>
        </p:nvCxnSpPr>
        <p:spPr>
          <a:xfrm rot="5400000" flipH="1" flipV="1">
            <a:off x="2416117" y="717547"/>
            <a:ext cx="257996" cy="1485148"/>
          </a:xfrm>
          <a:prstGeom prst="bentConnector2">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9" name="コンテンツ プレースホルダー 2">
            <a:extLst>
              <a:ext uri="{FF2B5EF4-FFF2-40B4-BE49-F238E27FC236}">
                <a16:creationId xmlns:a16="http://schemas.microsoft.com/office/drawing/2014/main" id="{0F67D322-6C7F-4D6A-9D0D-8592AFC4CD70}"/>
              </a:ext>
            </a:extLst>
          </p:cNvPr>
          <p:cNvSpPr txBox="1">
            <a:spLocks/>
          </p:cNvSpPr>
          <p:nvPr/>
        </p:nvSpPr>
        <p:spPr>
          <a:xfrm>
            <a:off x="1781834" y="1335690"/>
            <a:ext cx="2009910" cy="351030"/>
          </a:xfrm>
          <a:prstGeom prst="rect">
            <a:avLst/>
          </a:prstGeom>
          <a:ln>
            <a:noFill/>
          </a:ln>
        </p:spPr>
        <p:txBody>
          <a:bodyPr vert="horz" lIns="91440" tIns="45720" rIns="91440" bIns="45720" rtlCol="0">
            <a:normAutofit fontScale="85000" lnSpcReduction="10000"/>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err="1"/>
              <a:t>MapR</a:t>
            </a:r>
            <a:r>
              <a:rPr lang="ja-JP" altLang="en-US" sz="1200" dirty="0"/>
              <a:t>テクニカルサポート問い合わせ</a:t>
            </a:r>
            <a:endParaRPr lang="en-US" altLang="ja-JP" sz="1200" dirty="0"/>
          </a:p>
        </p:txBody>
      </p:sp>
    </p:spTree>
    <p:extLst>
      <p:ext uri="{BB962C8B-B14F-4D97-AF65-F5344CB8AC3E}">
        <p14:creationId xmlns:p14="http://schemas.microsoft.com/office/powerpoint/2010/main" val="3131343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FD3A745-0C37-4516-BCE2-14754BB697C2}"/>
              </a:ext>
            </a:extLst>
          </p:cNvPr>
          <p:cNvSpPr>
            <a:spLocks noGrp="1"/>
          </p:cNvSpPr>
          <p:nvPr>
            <p:ph type="sldNum" sz="quarter" idx="16"/>
          </p:nvPr>
        </p:nvSpPr>
        <p:spPr/>
        <p:txBody>
          <a:bodyPr/>
          <a:lstStyle/>
          <a:p>
            <a:fld id="{982DF7F2-B14C-47C5-B9A4-9372430F170B}" type="slidenum">
              <a:rPr lang="ja-JP" altLang="en-US" smtClean="0"/>
              <a:pPr/>
              <a:t>8</a:t>
            </a:fld>
            <a:endParaRPr lang="ja-JP" altLang="en-US"/>
          </a:p>
        </p:txBody>
      </p:sp>
      <p:sp>
        <p:nvSpPr>
          <p:cNvPr id="3" name="コンテンツ プレースホルダー 2">
            <a:extLst>
              <a:ext uri="{FF2B5EF4-FFF2-40B4-BE49-F238E27FC236}">
                <a16:creationId xmlns:a16="http://schemas.microsoft.com/office/drawing/2014/main" id="{F967A168-EFA9-4BD5-8C99-86070AA697CE}"/>
              </a:ext>
            </a:extLst>
          </p:cNvPr>
          <p:cNvSpPr>
            <a:spLocks noGrp="1"/>
          </p:cNvSpPr>
          <p:nvPr>
            <p:ph sz="quarter" idx="13"/>
          </p:nvPr>
        </p:nvSpPr>
        <p:spPr/>
        <p:txBody>
          <a:bodyPr/>
          <a:lstStyle/>
          <a:p>
            <a:r>
              <a:rPr kumimoji="1" lang="ja-JP" altLang="en-US" dirty="0">
                <a:highlight>
                  <a:srgbClr val="FFFF00"/>
                </a:highlight>
              </a:rPr>
              <a:t>シスメックス管理の</a:t>
            </a:r>
            <a:r>
              <a:rPr kumimoji="1" lang="en-US" altLang="ja-JP" dirty="0">
                <a:highlight>
                  <a:srgbClr val="FFFF00"/>
                </a:highlight>
              </a:rPr>
              <a:t>Backlog</a:t>
            </a:r>
            <a:r>
              <a:rPr kumimoji="1" lang="ja-JP" altLang="en-US" dirty="0">
                <a:highlight>
                  <a:srgbClr val="FFFF00"/>
                </a:highlight>
              </a:rPr>
              <a:t>を別途準備予定</a:t>
            </a:r>
          </a:p>
        </p:txBody>
      </p:sp>
      <p:sp>
        <p:nvSpPr>
          <p:cNvPr id="4" name="タイトル 3">
            <a:extLst>
              <a:ext uri="{FF2B5EF4-FFF2-40B4-BE49-F238E27FC236}">
                <a16:creationId xmlns:a16="http://schemas.microsoft.com/office/drawing/2014/main" id="{8B3DAED0-2016-41DB-9AC6-36FAA5FADFD5}"/>
              </a:ext>
            </a:extLst>
          </p:cNvPr>
          <p:cNvSpPr>
            <a:spLocks noGrp="1"/>
          </p:cNvSpPr>
          <p:nvPr>
            <p:ph type="title"/>
          </p:nvPr>
        </p:nvSpPr>
        <p:spPr/>
        <p:txBody>
          <a:bodyPr/>
          <a:lstStyle/>
          <a:p>
            <a:r>
              <a:rPr kumimoji="1" lang="ja-JP" altLang="en-US" dirty="0"/>
              <a:t>コミュニケーションツール</a:t>
            </a:r>
          </a:p>
        </p:txBody>
      </p:sp>
    </p:spTree>
    <p:extLst>
      <p:ext uri="{BB962C8B-B14F-4D97-AF65-F5344CB8AC3E}">
        <p14:creationId xmlns:p14="http://schemas.microsoft.com/office/powerpoint/2010/main" val="708710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0700544-C5B9-4918-9922-CD7E6B063210}"/>
              </a:ext>
            </a:extLst>
          </p:cNvPr>
          <p:cNvSpPr>
            <a:spLocks noGrp="1"/>
          </p:cNvSpPr>
          <p:nvPr>
            <p:ph type="sldNum" sz="quarter" idx="4294967295"/>
          </p:nvPr>
        </p:nvSpPr>
        <p:spPr>
          <a:xfrm>
            <a:off x="11842750" y="6562725"/>
            <a:ext cx="349250" cy="254000"/>
          </a:xfrm>
        </p:spPr>
        <p:txBody>
          <a:bodyPr/>
          <a:lstStyle/>
          <a:p>
            <a:fld id="{982DF7F2-B14C-47C5-B9A4-9372430F170B}" type="slidenum">
              <a:rPr lang="ja-JP" altLang="en-US" smtClean="0"/>
              <a:pPr/>
              <a:t>9</a:t>
            </a:fld>
            <a:endParaRPr lang="ja-JP" altLang="en-US"/>
          </a:p>
        </p:txBody>
      </p:sp>
    </p:spTree>
    <p:extLst>
      <p:ext uri="{BB962C8B-B14F-4D97-AF65-F5344CB8AC3E}">
        <p14:creationId xmlns:p14="http://schemas.microsoft.com/office/powerpoint/2010/main" val="1893629522"/>
      </p:ext>
    </p:extLst>
  </p:cSld>
  <p:clrMapOvr>
    <a:masterClrMapping/>
  </p:clrMapOvr>
</p:sld>
</file>

<file path=ppt/theme/theme1.xml><?xml version="1.0" encoding="utf-8"?>
<a:theme xmlns:a="http://schemas.openxmlformats.org/drawingml/2006/main" name="master">
  <a:themeElements>
    <a:clrScheme name="シスメックス規定">
      <a:dk1>
        <a:sysClr val="windowText" lastClr="000000"/>
      </a:dk1>
      <a:lt1>
        <a:sysClr val="window" lastClr="FFFFFF"/>
      </a:lt1>
      <a:dk2>
        <a:srgbClr val="9E9E9E"/>
      </a:dk2>
      <a:lt2>
        <a:srgbClr val="E7413E"/>
      </a:lt2>
      <a:accent1>
        <a:srgbClr val="005BAC"/>
      </a:accent1>
      <a:accent2>
        <a:srgbClr val="00B8EE"/>
      </a:accent2>
      <a:accent3>
        <a:srgbClr val="0DAC67"/>
      </a:accent3>
      <a:accent4>
        <a:srgbClr val="B6D350"/>
      </a:accent4>
      <a:accent5>
        <a:srgbClr val="F5AC3C"/>
      </a:accent5>
      <a:accent6>
        <a:srgbClr val="F09DC1"/>
      </a:accent6>
      <a:hlink>
        <a:srgbClr val="595959"/>
      </a:hlink>
      <a:folHlink>
        <a:srgbClr val="864B99"/>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シンプル_PPTテンプレート_16×9.pptx" id="{CC207413-621A-4AB2-9ACF-F66C28EEC86B}" vid="{C8057C89-6912-49ED-9FEE-8E267F391BE1}"/>
    </a:ext>
  </a:extLst>
</a:theme>
</file>

<file path=ppt/theme/theme2.xml><?xml version="1.0" encoding="utf-8"?>
<a:theme xmlns:a="http://schemas.openxmlformats.org/drawingml/2006/main" name="コンテンツ_Light">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ユーザー定義 1">
      <a:majorFont>
        <a:latin typeface="Arial"/>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169_JP_CCS_hacked_2022.potx" id="{2C88B613-7820-40D5-B1D6-36A111D01D7F}" vid="{57A6B5FA-D0E3-4189-B256-B6A3B8F93B4E}"/>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1DD896D89344D544B7527F7710E62C25" ma:contentTypeVersion="13" ma:contentTypeDescription="新しいドキュメントを作成します。" ma:contentTypeScope="" ma:versionID="49db09cbef46ffa31ab9f920339548b8">
  <xsd:schema xmlns:xsd="http://www.w3.org/2001/XMLSchema" xmlns:xs="http://www.w3.org/2001/XMLSchema" xmlns:p="http://schemas.microsoft.com/office/2006/metadata/properties" xmlns:ns3="869d70a5-dcc0-461e-8d76-c1330ab354ad" xmlns:ns4="ba848a16-66ee-4c39-bac6-b22e49e8b09c" targetNamespace="http://schemas.microsoft.com/office/2006/metadata/properties" ma:root="true" ma:fieldsID="891fde2e3de4d3d3e2291f0b233f9c0e" ns3:_="" ns4:_="">
    <xsd:import namespace="869d70a5-dcc0-461e-8d76-c1330ab354ad"/>
    <xsd:import namespace="ba848a16-66ee-4c39-bac6-b22e49e8b09c"/>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9d70a5-dcc0-461e-8d76-c1330ab354ad"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848a16-66ee-4c39-bac6-b22e49e8b09c"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SharingHintHash" ma:index="18"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BB9A5D-869A-4216-89EB-F6874CAAFEDC}">
  <ds:schemaRefs>
    <ds:schemaRef ds:uri="http://schemas.microsoft.com/sharepoint/v3/contenttype/forms"/>
  </ds:schemaRefs>
</ds:datastoreItem>
</file>

<file path=customXml/itemProps2.xml><?xml version="1.0" encoding="utf-8"?>
<ds:datastoreItem xmlns:ds="http://schemas.openxmlformats.org/officeDocument/2006/customXml" ds:itemID="{1ACCCADC-66D9-4222-8EDF-9F6AA4699BB5}">
  <ds:schemaRefs>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purl.org/dc/dcmitype/"/>
    <ds:schemaRef ds:uri="869d70a5-dcc0-461e-8d76-c1330ab354ad"/>
    <ds:schemaRef ds:uri="http://schemas.openxmlformats.org/package/2006/metadata/core-properties"/>
    <ds:schemaRef ds:uri="ba848a16-66ee-4c39-bac6-b22e49e8b09c"/>
  </ds:schemaRefs>
</ds:datastoreItem>
</file>

<file path=customXml/itemProps3.xml><?xml version="1.0" encoding="utf-8"?>
<ds:datastoreItem xmlns:ds="http://schemas.openxmlformats.org/officeDocument/2006/customXml" ds:itemID="{BE540012-BB1F-4D60-A004-F5A2B5A29A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9d70a5-dcc0-461e-8d76-c1330ab354ad"/>
    <ds:schemaRef ds:uri="ba848a16-66ee-4c39-bac6-b22e49e8b0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PPT3_シンプル_テンプレート_16×9</Template>
  <TotalTime>24413</TotalTime>
  <Words>1270</Words>
  <Application>Microsoft Office PowerPoint</Application>
  <PresentationFormat>ワイド画面</PresentationFormat>
  <Paragraphs>289</Paragraphs>
  <Slides>10</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10</vt:i4>
      </vt:variant>
    </vt:vector>
  </HeadingPairs>
  <TitlesOfParts>
    <vt:vector size="17" baseType="lpstr">
      <vt:lpstr>BIZ UDPゴシック</vt:lpstr>
      <vt:lpstr>Meiryo UI</vt:lpstr>
      <vt:lpstr>Arial</vt:lpstr>
      <vt:lpstr>Times New Roman</vt:lpstr>
      <vt:lpstr>Wingdings</vt:lpstr>
      <vt:lpstr>master</vt:lpstr>
      <vt:lpstr>コンテンツ_Light</vt:lpstr>
      <vt:lpstr>Caresphere XQC　システム保守の見直し</vt:lpstr>
      <vt:lpstr>保守契約の見直し目的</vt:lpstr>
      <vt:lpstr>保守範囲</vt:lpstr>
      <vt:lpstr>保守内容</vt:lpstr>
      <vt:lpstr>保守内容</vt:lpstr>
      <vt:lpstr>保守内容</vt:lpstr>
      <vt:lpstr>市場からのXQCサービスに関する問い合わせフローおよび体制</vt:lpstr>
      <vt:lpstr>XQCサービスに関する監視フローおよび体制</vt:lpstr>
      <vt:lpstr>コミュニケーションツール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Caresphere™ XQC Version 1.4 Web画面集</dc:title>
  <dc:creator>Ikeda.Arisa@sysmex.co.jp</dc:creator>
  <cp:lastModifiedBy>Ueda Izumi</cp:lastModifiedBy>
  <cp:revision>1232</cp:revision>
  <dcterms:created xsi:type="dcterms:W3CDTF">2020-11-24T02:45:45Z</dcterms:created>
  <dcterms:modified xsi:type="dcterms:W3CDTF">2023-04-17T02:36:12Z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0x0101001DD896D89344D544B7527F7710E62C25</vt:lpwstr>
  </property>
</Properties>
</file>