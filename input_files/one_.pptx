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6" r:id="rId5"/>
    <p:sldId id="653" r:id="rId6"/>
    <p:sldId id="657" r:id="rId7"/>
    <p:sldId id="656" r:id="rId8"/>
    <p:sldId id="658" r:id="rId9"/>
    <p:sldId id="659" r:id="rId10"/>
    <p:sldId id="665" r:id="rId11"/>
    <p:sldId id="660" r:id="rId12"/>
    <p:sldId id="664" r:id="rId13"/>
    <p:sldId id="663" r:id="rId14"/>
    <p:sldId id="666" r:id="rId15"/>
    <p:sldId id="667" r:id="rId16"/>
    <p:sldId id="670" r:id="rId17"/>
    <p:sldId id="671" r:id="rId18"/>
    <p:sldId id="672" r:id="rId19"/>
    <p:sldId id="661" r:id="rId20"/>
    <p:sldId id="673" r:id="rId21"/>
    <p:sldId id="260" r:id="rId22"/>
  </p:sldIdLst>
  <p:sldSz cx="12192000" cy="6858000"/>
  <p:notesSz cx="9939338" cy="6807200"/>
  <p:defaultText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577" autoAdjust="0"/>
    <p:restoredTop sz="95394" autoAdjust="0"/>
  </p:normalViewPr>
  <p:slideViewPr>
    <p:cSldViewPr>
      <p:cViewPr varScale="1">
        <p:scale>
          <a:sx n="77" d="100"/>
          <a:sy n="77" d="100"/>
        </p:scale>
        <p:origin x="64" y="480"/>
      </p:cViewPr>
      <p:guideLst/>
    </p:cSldViewPr>
  </p:slideViewPr>
  <p:outlineViewPr>
    <p:cViewPr>
      <p:scale>
        <a:sx n="33" d="100"/>
        <a:sy n="33" d="100"/>
      </p:scale>
      <p:origin x="0" y="-446"/>
    </p:cViewPr>
  </p:outlineViewPr>
  <p:notesTextViewPr>
    <p:cViewPr>
      <p:scale>
        <a:sx n="75" d="100"/>
        <a:sy n="75" d="100"/>
      </p:scale>
      <p:origin x="0" y="0"/>
    </p:cViewPr>
  </p:notesTextViewPr>
  <p:sorterViewPr>
    <p:cViewPr>
      <p:scale>
        <a:sx n="75" d="100"/>
        <a:sy n="75" d="100"/>
      </p:scale>
      <p:origin x="0" y="-11131"/>
    </p:cViewPr>
  </p:sorterViewPr>
  <p:notesViewPr>
    <p:cSldViewPr showGuides="1">
      <p:cViewPr varScale="1">
        <p:scale>
          <a:sx n="80" d="100"/>
          <a:sy n="80" d="100"/>
        </p:scale>
        <p:origin x="1229"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5" y="2"/>
            <a:ext cx="4307046" cy="341542"/>
          </a:xfrm>
          <a:prstGeom prst="rect">
            <a:avLst/>
          </a:prstGeom>
        </p:spPr>
        <p:txBody>
          <a:bodyPr vert="horz" lIns="91552" tIns="45776" rIns="91552" bIns="45776" rtlCol="0"/>
          <a:lstStyle>
            <a:lvl1pPr algn="l">
              <a:defRPr sz="1200"/>
            </a:lvl1pPr>
          </a:lstStyle>
          <a:p>
            <a:endParaRPr kumimoji="1" lang="ja-JP" altLang="en-US"/>
          </a:p>
        </p:txBody>
      </p:sp>
      <p:sp>
        <p:nvSpPr>
          <p:cNvPr id="4" name="フッター プレースホルダー 3"/>
          <p:cNvSpPr>
            <a:spLocks noGrp="1"/>
          </p:cNvSpPr>
          <p:nvPr>
            <p:ph type="ftr" sz="quarter" idx="2"/>
          </p:nvPr>
        </p:nvSpPr>
        <p:spPr>
          <a:xfrm>
            <a:off x="5" y="6465661"/>
            <a:ext cx="4307046" cy="341541"/>
          </a:xfrm>
          <a:prstGeom prst="rect">
            <a:avLst/>
          </a:prstGeom>
        </p:spPr>
        <p:txBody>
          <a:bodyPr vert="horz" lIns="91552" tIns="45776" rIns="91552" bIns="45776" rtlCol="0" anchor="b"/>
          <a:lstStyle>
            <a:lvl1pPr algn="l">
              <a:defRPr sz="1200"/>
            </a:lvl1pPr>
          </a:lstStyle>
          <a:p>
            <a:r>
              <a:rPr kumimoji="1" lang="en-US" altLang="ja-JP"/>
              <a:t>Copyright© Sysmex Corporation</a:t>
            </a:r>
            <a:endParaRPr kumimoji="1" lang="ja-JP" altLang="en-US"/>
          </a:p>
        </p:txBody>
      </p:sp>
      <p:sp>
        <p:nvSpPr>
          <p:cNvPr id="5" name="スライド番号プレースホルダー 4"/>
          <p:cNvSpPr>
            <a:spLocks noGrp="1"/>
          </p:cNvSpPr>
          <p:nvPr>
            <p:ph type="sldNum" sz="quarter" idx="3"/>
          </p:nvPr>
        </p:nvSpPr>
        <p:spPr>
          <a:xfrm>
            <a:off x="5629996" y="6465661"/>
            <a:ext cx="4307046" cy="341541"/>
          </a:xfrm>
          <a:prstGeom prst="rect">
            <a:avLst/>
          </a:prstGeom>
        </p:spPr>
        <p:txBody>
          <a:bodyPr vert="horz" lIns="91552" tIns="45776" rIns="91552" bIns="45776" rtlCol="0" anchor="b"/>
          <a:lstStyle>
            <a:lvl1pPr algn="r">
              <a:defRPr sz="1200"/>
            </a:lvl1pPr>
          </a:lstStyle>
          <a:p>
            <a:fld id="{CAF7E612-8251-4833-9751-4847F272E63A}"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94A03D3-631F-438D-B919-FAFFEF041D94}"/>
              </a:ext>
            </a:extLst>
          </p:cNvPr>
          <p:cNvSpPr>
            <a:spLocks noGrp="1"/>
          </p:cNvSpPr>
          <p:nvPr>
            <p:ph type="dt" sz="quarter" idx="1"/>
          </p:nvPr>
        </p:nvSpPr>
        <p:spPr>
          <a:xfrm>
            <a:off x="5629275" y="0"/>
            <a:ext cx="4308475" cy="341313"/>
          </a:xfrm>
          <a:prstGeom prst="rect">
            <a:avLst/>
          </a:prstGeom>
        </p:spPr>
        <p:txBody>
          <a:bodyPr vert="horz" lIns="91440" tIns="45720" rIns="91440" bIns="45720" rtlCol="0"/>
          <a:lstStyle>
            <a:lvl1pPr algn="r">
              <a:defRPr sz="1200"/>
            </a:lvl1pPr>
          </a:lstStyle>
          <a:p>
            <a:fld id="{3EA6B3CF-6A94-4488-919D-54B63FC15A1C}" type="datetimeFigureOut">
              <a:rPr kumimoji="1" lang="ja-JP" altLang="en-US" smtClean="0"/>
              <a:t>2022/12/6</a:t>
            </a:fld>
            <a:endParaRPr kumimoji="1" lang="ja-JP" altLang="en-US"/>
          </a:p>
        </p:txBody>
      </p:sp>
    </p:spTree>
    <p:extLst>
      <p:ext uri="{BB962C8B-B14F-4D97-AF65-F5344CB8AC3E}">
        <p14:creationId xmlns:p14="http://schemas.microsoft.com/office/powerpoint/2010/main" val="348359347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5" y="2"/>
            <a:ext cx="4307046" cy="341542"/>
          </a:xfrm>
          <a:prstGeom prst="rect">
            <a:avLst/>
          </a:prstGeom>
        </p:spPr>
        <p:txBody>
          <a:bodyPr vert="horz" lIns="91552" tIns="45776" rIns="91552" bIns="45776"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9996" y="2"/>
            <a:ext cx="4307046" cy="341542"/>
          </a:xfrm>
          <a:prstGeom prst="rect">
            <a:avLst/>
          </a:prstGeom>
        </p:spPr>
        <p:txBody>
          <a:bodyPr vert="horz" lIns="91552" tIns="45776" rIns="91552" bIns="45776" rtlCol="0"/>
          <a:lstStyle>
            <a:lvl1pPr algn="r">
              <a:defRPr sz="1200"/>
            </a:lvl1pPr>
          </a:lstStyle>
          <a:p>
            <a:fld id="{79ADC8B9-2BF4-4FE5-859A-8E2FA0AEBCFA}" type="datetimeFigureOut">
              <a:rPr kumimoji="1" lang="ja-JP" altLang="en-US" smtClean="0"/>
              <a:t>2022/12/6</a:t>
            </a:fld>
            <a:endParaRPr kumimoji="1" lang="ja-JP" altLang="en-US"/>
          </a:p>
        </p:txBody>
      </p:sp>
      <p:sp>
        <p:nvSpPr>
          <p:cNvPr id="4" name="スライド イメージ プレースホルダー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552" tIns="45776" rIns="91552" bIns="45776" rtlCol="0" anchor="ctr"/>
          <a:lstStyle/>
          <a:p>
            <a:endParaRPr lang="ja-JP" altLang="en-US"/>
          </a:p>
        </p:txBody>
      </p:sp>
      <p:sp>
        <p:nvSpPr>
          <p:cNvPr id="5" name="ノート プレースホルダー 4"/>
          <p:cNvSpPr>
            <a:spLocks noGrp="1"/>
          </p:cNvSpPr>
          <p:nvPr>
            <p:ph type="body" sz="quarter" idx="3"/>
          </p:nvPr>
        </p:nvSpPr>
        <p:spPr>
          <a:xfrm>
            <a:off x="993935" y="3275966"/>
            <a:ext cx="7951470" cy="2680335"/>
          </a:xfrm>
          <a:prstGeom prst="rect">
            <a:avLst/>
          </a:prstGeom>
        </p:spPr>
        <p:txBody>
          <a:bodyPr vert="horz" lIns="91552" tIns="45776" rIns="91552" bIns="4577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5" y="6465661"/>
            <a:ext cx="4307046" cy="341541"/>
          </a:xfrm>
          <a:prstGeom prst="rect">
            <a:avLst/>
          </a:prstGeom>
        </p:spPr>
        <p:txBody>
          <a:bodyPr vert="horz" lIns="91552" tIns="45776" rIns="91552" bIns="45776" rtlCol="0" anchor="b"/>
          <a:lstStyle>
            <a:lvl1pPr algn="l">
              <a:defRPr sz="1200"/>
            </a:lvl1pPr>
          </a:lstStyle>
          <a:p>
            <a:r>
              <a:rPr kumimoji="1" lang="en-US" altLang="ja-JP"/>
              <a:t>Copyright© Sysmex Corporation</a:t>
            </a:r>
            <a:endParaRPr kumimoji="1" lang="ja-JP" altLang="en-US"/>
          </a:p>
        </p:txBody>
      </p:sp>
      <p:sp>
        <p:nvSpPr>
          <p:cNvPr id="7" name="スライド番号プレースホルダー 6"/>
          <p:cNvSpPr>
            <a:spLocks noGrp="1"/>
          </p:cNvSpPr>
          <p:nvPr>
            <p:ph type="sldNum" sz="quarter" idx="5"/>
          </p:nvPr>
        </p:nvSpPr>
        <p:spPr>
          <a:xfrm>
            <a:off x="5629996" y="6465661"/>
            <a:ext cx="4307046" cy="341541"/>
          </a:xfrm>
          <a:prstGeom prst="rect">
            <a:avLst/>
          </a:prstGeom>
        </p:spPr>
        <p:txBody>
          <a:bodyPr vert="horz" lIns="91552" tIns="45776" rIns="91552" bIns="45776" rtlCol="0" anchor="b"/>
          <a:lstStyle>
            <a:lvl1pPr algn="r">
              <a:defRPr sz="1200"/>
            </a:lvl1pPr>
          </a:lstStyle>
          <a:p>
            <a:fld id="{1EAE1DEF-A809-4AD3-A0CC-6F50627EFFBA}" type="slidenum">
              <a:rPr kumimoji="1" lang="ja-JP" altLang="en-US" smtClean="0"/>
              <a:t>‹#›</a:t>
            </a:fld>
            <a:endParaRPr kumimoji="1" lang="ja-JP" altLang="en-US"/>
          </a:p>
        </p:txBody>
      </p:sp>
    </p:spTree>
    <p:extLst>
      <p:ext uri="{BB962C8B-B14F-4D97-AF65-F5344CB8AC3E}">
        <p14:creationId xmlns:p14="http://schemas.microsoft.com/office/powerpoint/2010/main" val="1839690473"/>
      </p:ext>
    </p:extLst>
  </p:cSld>
  <p:clrMap bg1="lt1" tx1="dk1" bg2="lt2" tx2="dk2" accent1="accent1" accent2="accent2" accent3="accent3" accent4="accent4" accent5="accent5" accent6="accent6" hlink="hlink" folHlink="folHlink"/>
  <p:hf hdr="0" dt="0"/>
  <p:notesStyle>
    <a:lvl1pPr marL="0" algn="l" defTabSz="914377" rtl="0" eaLnBrk="1" latinLnBrk="0" hangingPunct="1">
      <a:defRPr kumimoji="1" sz="1200" kern="1200">
        <a:solidFill>
          <a:schemeClr val="tx1"/>
        </a:solidFill>
        <a:latin typeface="+mn-lt"/>
        <a:ea typeface="+mn-ea"/>
        <a:cs typeface="+mn-cs"/>
      </a:defRPr>
    </a:lvl1pPr>
    <a:lvl2pPr marL="457189" algn="l" defTabSz="914377" rtl="0" eaLnBrk="1" latinLnBrk="0" hangingPunct="1">
      <a:defRPr kumimoji="1" sz="1200" kern="1200">
        <a:solidFill>
          <a:schemeClr val="tx1"/>
        </a:solidFill>
        <a:latin typeface="+mn-lt"/>
        <a:ea typeface="+mn-ea"/>
        <a:cs typeface="+mn-cs"/>
      </a:defRPr>
    </a:lvl2pPr>
    <a:lvl3pPr marL="914377" algn="l" defTabSz="914377" rtl="0" eaLnBrk="1" latinLnBrk="0" hangingPunct="1">
      <a:defRPr kumimoji="1" sz="1200" kern="1200">
        <a:solidFill>
          <a:schemeClr val="tx1"/>
        </a:solidFill>
        <a:latin typeface="+mn-lt"/>
        <a:ea typeface="+mn-ea"/>
        <a:cs typeface="+mn-cs"/>
      </a:defRPr>
    </a:lvl3pPr>
    <a:lvl4pPr marL="1371566" algn="l" defTabSz="914377" rtl="0" eaLnBrk="1" latinLnBrk="0" hangingPunct="1">
      <a:defRPr kumimoji="1" sz="1200" kern="1200">
        <a:solidFill>
          <a:schemeClr val="tx1"/>
        </a:solidFill>
        <a:latin typeface="+mn-lt"/>
        <a:ea typeface="+mn-ea"/>
        <a:cs typeface="+mn-cs"/>
      </a:defRPr>
    </a:lvl4pPr>
    <a:lvl5pPr marL="1828754" algn="l" defTabSz="914377" rtl="0" eaLnBrk="1" latinLnBrk="0" hangingPunct="1">
      <a:defRPr kumimoji="1" sz="1200" kern="1200">
        <a:solidFill>
          <a:schemeClr val="tx1"/>
        </a:solidFill>
        <a:latin typeface="+mn-lt"/>
        <a:ea typeface="+mn-ea"/>
        <a:cs typeface="+mn-cs"/>
      </a:defRPr>
    </a:lvl5pPr>
    <a:lvl6pPr marL="2285943" algn="l" defTabSz="914377" rtl="0" eaLnBrk="1" latinLnBrk="0" hangingPunct="1">
      <a:defRPr kumimoji="1" sz="1200" kern="1200">
        <a:solidFill>
          <a:schemeClr val="tx1"/>
        </a:solidFill>
        <a:latin typeface="+mn-lt"/>
        <a:ea typeface="+mn-ea"/>
        <a:cs typeface="+mn-cs"/>
      </a:defRPr>
    </a:lvl6pPr>
    <a:lvl7pPr marL="2743131" algn="l" defTabSz="914377" rtl="0" eaLnBrk="1" latinLnBrk="0" hangingPunct="1">
      <a:defRPr kumimoji="1" sz="1200" kern="1200">
        <a:solidFill>
          <a:schemeClr val="tx1"/>
        </a:solidFill>
        <a:latin typeface="+mn-lt"/>
        <a:ea typeface="+mn-ea"/>
        <a:cs typeface="+mn-cs"/>
      </a:defRPr>
    </a:lvl7pPr>
    <a:lvl8pPr marL="3200320" algn="l" defTabSz="914377" rtl="0" eaLnBrk="1" latinLnBrk="0" hangingPunct="1">
      <a:defRPr kumimoji="1" sz="1200" kern="1200">
        <a:solidFill>
          <a:schemeClr val="tx1"/>
        </a:solidFill>
        <a:latin typeface="+mn-lt"/>
        <a:ea typeface="+mn-ea"/>
        <a:cs typeface="+mn-cs"/>
      </a:defRPr>
    </a:lvl8pPr>
    <a:lvl9pPr marL="3657509" algn="l" defTabSz="914377"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3">
    <p:spTree>
      <p:nvGrpSpPr>
        <p:cNvPr id="1" name=""/>
        <p:cNvGrpSpPr/>
        <p:nvPr/>
      </p:nvGrpSpPr>
      <p:grpSpPr>
        <a:xfrm>
          <a:off x="0" y="0"/>
          <a:ext cx="0" cy="0"/>
          <a:chOff x="0" y="0"/>
          <a:chExt cx="0" cy="0"/>
        </a:xfrm>
      </p:grpSpPr>
      <p:pic>
        <p:nvPicPr>
          <p:cNvPr id="5" name="図 1">
            <a:extLst>
              <a:ext uri="{FF2B5EF4-FFF2-40B4-BE49-F238E27FC236}">
                <a16:creationId xmlns:a16="http://schemas.microsoft.com/office/drawing/2014/main" id="{2809AE6E-F33C-4A89-BA13-D5D11233E6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80276" y="224644"/>
            <a:ext cx="3492000" cy="698399"/>
          </a:xfrm>
          <a:prstGeom prst="rect">
            <a:avLst/>
          </a:prstGeom>
        </p:spPr>
      </p:pic>
      <p:cxnSp>
        <p:nvCxnSpPr>
          <p:cNvPr id="4" name="直線コネクタ 1">
            <a:extLst>
              <a:ext uri="{FF2B5EF4-FFF2-40B4-BE49-F238E27FC236}">
                <a16:creationId xmlns:a16="http://schemas.microsoft.com/office/drawing/2014/main" id="{190974AC-5572-420F-8F6E-C2624C4E4223}"/>
              </a:ext>
            </a:extLst>
          </p:cNvPr>
          <p:cNvCxnSpPr>
            <a:cxnSpLocks/>
          </p:cNvCxnSpPr>
          <p:nvPr userDrawn="1"/>
        </p:nvCxnSpPr>
        <p:spPr>
          <a:xfrm flipH="1">
            <a:off x="911225" y="2888940"/>
            <a:ext cx="1130420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テキスト プレースホルダー">
            <a:extLst>
              <a:ext uri="{FF2B5EF4-FFF2-40B4-BE49-F238E27FC236}">
                <a16:creationId xmlns:a16="http://schemas.microsoft.com/office/drawing/2014/main" id="{3F123B22-4945-45C1-8878-C48CB3FF3691}"/>
              </a:ext>
            </a:extLst>
          </p:cNvPr>
          <p:cNvSpPr>
            <a:spLocks noGrp="1"/>
          </p:cNvSpPr>
          <p:nvPr>
            <p:ph type="body" sz="quarter" idx="13" hasCustomPrompt="1"/>
          </p:nvPr>
        </p:nvSpPr>
        <p:spPr>
          <a:xfrm>
            <a:off x="910800" y="5877272"/>
            <a:ext cx="5184000" cy="432000"/>
          </a:xfrm>
          <a:prstGeom prst="rect">
            <a:avLst/>
          </a:prstGeom>
        </p:spPr>
        <p:txBody>
          <a:bodyPr>
            <a:spAutoFit/>
          </a:bodyPr>
          <a:lstStyle>
            <a:lvl1pPr>
              <a:lnSpc>
                <a:spcPts val="1200"/>
              </a:lnSpc>
              <a:spcBef>
                <a:spcPts val="0"/>
              </a:spcBef>
              <a:defRPr sz="900" baseline="0">
                <a:solidFill>
                  <a:schemeClr val="tx1"/>
                </a:solidFill>
              </a:defRPr>
            </a:lvl1pPr>
          </a:lstStyle>
          <a:p>
            <a:pPr lvl="0"/>
            <a:r>
              <a:rPr kumimoji="1" lang="ja-JP" altLang="en-US" dirty="0"/>
              <a:t>補足の文章が必要な場合はこちらに入れてください。</a:t>
            </a:r>
            <a:endParaRPr kumimoji="1" lang="en-US" altLang="ja-JP" dirty="0"/>
          </a:p>
          <a:p>
            <a:pPr lvl="0"/>
            <a:r>
              <a:rPr kumimoji="1" lang="ja-JP" altLang="en-US" dirty="0"/>
              <a:t>補足の文章はマストではなく、必要ない場合は記載不要です。</a:t>
            </a:r>
          </a:p>
        </p:txBody>
      </p:sp>
      <p:sp>
        <p:nvSpPr>
          <p:cNvPr id="8" name="テキスト プレースホルダー">
            <a:extLst>
              <a:ext uri="{FF2B5EF4-FFF2-40B4-BE49-F238E27FC236}">
                <a16:creationId xmlns:a16="http://schemas.microsoft.com/office/drawing/2014/main" id="{6EC074DA-D6B9-4E55-9208-25BD4F5AF7A6}"/>
              </a:ext>
            </a:extLst>
          </p:cNvPr>
          <p:cNvSpPr>
            <a:spLocks noGrp="1"/>
          </p:cNvSpPr>
          <p:nvPr>
            <p:ph type="body" sz="quarter" idx="11" hasCustomPrompt="1"/>
          </p:nvPr>
        </p:nvSpPr>
        <p:spPr>
          <a:xfrm>
            <a:off x="910800" y="4206729"/>
            <a:ext cx="5185200" cy="1192634"/>
          </a:xfrm>
          <a:prstGeom prst="rect">
            <a:avLst/>
          </a:prstGeom>
        </p:spPr>
        <p:txBody>
          <a:bodyPr wrap="none" anchor="b" anchorCtr="0">
            <a:noAutofit/>
          </a:bodyPr>
          <a:lstStyle>
            <a:lvl1pPr marL="0" marR="0" indent="0" algn="l" defTabSz="914377" rtl="0" eaLnBrk="1" fontAlgn="auto" latinLnBrk="0" hangingPunct="1">
              <a:lnSpc>
                <a:spcPct val="100000"/>
              </a:lnSpc>
              <a:spcBef>
                <a:spcPts val="300"/>
              </a:spcBef>
              <a:spcAft>
                <a:spcPts val="0"/>
              </a:spcAft>
              <a:buClrTx/>
              <a:buSzTx/>
              <a:buFont typeface="Arial" panose="020B0604020202020204" pitchFamily="34" charset="0"/>
              <a:buNone/>
              <a:tabLst/>
              <a:defRPr sz="1600" baseline="0">
                <a:solidFill>
                  <a:schemeClr val="tx1"/>
                </a:solidFill>
                <a:latin typeface="+mj-lt"/>
                <a:ea typeface="+mj-ea"/>
              </a:defRPr>
            </a:lvl1pPr>
          </a:lstStyle>
          <a:p>
            <a:pPr lvl="0"/>
            <a:r>
              <a:rPr kumimoji="1" lang="ja-JP" altLang="en-US"/>
              <a:t>日付 </a:t>
            </a:r>
            <a:r>
              <a:rPr kumimoji="1" lang="ja-JP" altLang="en-US" dirty="0"/>
              <a:t>・ 署名／役職／氏名</a:t>
            </a:r>
          </a:p>
        </p:txBody>
      </p:sp>
      <p:sp>
        <p:nvSpPr>
          <p:cNvPr id="2" name="タイトル">
            <a:extLst>
              <a:ext uri="{FF2B5EF4-FFF2-40B4-BE49-F238E27FC236}">
                <a16:creationId xmlns:a16="http://schemas.microsoft.com/office/drawing/2014/main" id="{8B9BABE8-EBB0-42DA-8176-800623C0BE8A}"/>
              </a:ext>
            </a:extLst>
          </p:cNvPr>
          <p:cNvSpPr>
            <a:spLocks noGrp="1"/>
          </p:cNvSpPr>
          <p:nvPr>
            <p:ph type="title" hasCustomPrompt="1"/>
          </p:nvPr>
        </p:nvSpPr>
        <p:spPr>
          <a:xfrm>
            <a:off x="910800" y="1681622"/>
            <a:ext cx="10238400" cy="1207318"/>
          </a:xfrm>
        </p:spPr>
        <p:txBody>
          <a:bodyPr vert="horz" lIns="91440" tIns="45720" rIns="91440" bIns="45720" rtlCol="0" anchor="b" anchorCtr="0">
            <a:noAutofit/>
          </a:bodyPr>
          <a:lstStyle>
            <a:lvl1pPr>
              <a:defRPr lang="ja-JP" altLang="en-US" sz="3600"/>
            </a:lvl1pPr>
          </a:lstStyle>
          <a:p>
            <a:pPr marL="0" lvl="0" indent="0" defTabSz="914400">
              <a:lnSpc>
                <a:spcPts val="4500"/>
              </a:lnSpc>
              <a:spcBef>
                <a:spcPct val="0"/>
              </a:spcBef>
              <a:buFont typeface="Arial" panose="020B0604020202020204" pitchFamily="34" charset="0"/>
            </a:pPr>
            <a:r>
              <a:rPr kumimoji="1" lang="ja-JP" altLang="en-US"/>
              <a:t>タイトルサンプル</a:t>
            </a:r>
          </a:p>
        </p:txBody>
      </p:sp>
    </p:spTree>
    <p:extLst>
      <p:ext uri="{BB962C8B-B14F-4D97-AF65-F5344CB8AC3E}">
        <p14:creationId xmlns:p14="http://schemas.microsoft.com/office/powerpoint/2010/main" val="207150482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表紙3_宛先あり">
    <p:spTree>
      <p:nvGrpSpPr>
        <p:cNvPr id="1" name=""/>
        <p:cNvGrpSpPr/>
        <p:nvPr/>
      </p:nvGrpSpPr>
      <p:grpSpPr>
        <a:xfrm>
          <a:off x="0" y="0"/>
          <a:ext cx="0" cy="0"/>
          <a:chOff x="0" y="0"/>
          <a:chExt cx="0" cy="0"/>
        </a:xfrm>
      </p:grpSpPr>
      <p:pic>
        <p:nvPicPr>
          <p:cNvPr id="5" name="図 1">
            <a:extLst>
              <a:ext uri="{FF2B5EF4-FFF2-40B4-BE49-F238E27FC236}">
                <a16:creationId xmlns:a16="http://schemas.microsoft.com/office/drawing/2014/main" id="{2809AE6E-F33C-4A89-BA13-D5D11233E6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80276" y="224644"/>
            <a:ext cx="3492000" cy="698399"/>
          </a:xfrm>
          <a:prstGeom prst="rect">
            <a:avLst/>
          </a:prstGeom>
        </p:spPr>
      </p:pic>
      <p:cxnSp>
        <p:nvCxnSpPr>
          <p:cNvPr id="11" name="直線コネクタ 1">
            <a:extLst>
              <a:ext uri="{FF2B5EF4-FFF2-40B4-BE49-F238E27FC236}">
                <a16:creationId xmlns:a16="http://schemas.microsoft.com/office/drawing/2014/main" id="{42ABF250-58F8-4110-B5C8-FD3A5BE7D0D0}"/>
              </a:ext>
            </a:extLst>
          </p:cNvPr>
          <p:cNvCxnSpPr>
            <a:cxnSpLocks/>
          </p:cNvCxnSpPr>
          <p:nvPr userDrawn="1"/>
        </p:nvCxnSpPr>
        <p:spPr>
          <a:xfrm flipH="1">
            <a:off x="910800" y="2888940"/>
            <a:ext cx="11304632"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テキスト プレースホルダー">
            <a:extLst>
              <a:ext uri="{FF2B5EF4-FFF2-40B4-BE49-F238E27FC236}">
                <a16:creationId xmlns:a16="http://schemas.microsoft.com/office/drawing/2014/main" id="{3F123B22-4945-45C1-8878-C48CB3FF3691}"/>
              </a:ext>
            </a:extLst>
          </p:cNvPr>
          <p:cNvSpPr>
            <a:spLocks noGrp="1"/>
          </p:cNvSpPr>
          <p:nvPr>
            <p:ph type="body" sz="quarter" idx="13" hasCustomPrompt="1"/>
          </p:nvPr>
        </p:nvSpPr>
        <p:spPr>
          <a:xfrm>
            <a:off x="910800" y="5877272"/>
            <a:ext cx="5184000" cy="432000"/>
          </a:xfrm>
          <a:prstGeom prst="rect">
            <a:avLst/>
          </a:prstGeom>
        </p:spPr>
        <p:txBody>
          <a:bodyPr>
            <a:spAutoFit/>
          </a:bodyPr>
          <a:lstStyle>
            <a:lvl1pPr>
              <a:lnSpc>
                <a:spcPts val="1200"/>
              </a:lnSpc>
              <a:spcBef>
                <a:spcPts val="0"/>
              </a:spcBef>
              <a:defRPr sz="900" baseline="0">
                <a:solidFill>
                  <a:schemeClr val="tx1"/>
                </a:solidFill>
              </a:defRPr>
            </a:lvl1pPr>
          </a:lstStyle>
          <a:p>
            <a:pPr lvl="0"/>
            <a:r>
              <a:rPr kumimoji="1" lang="ja-JP" altLang="en-US" dirty="0"/>
              <a:t>補足の文章が必要な場合はこちらに入れてください。</a:t>
            </a:r>
            <a:endParaRPr kumimoji="1" lang="en-US" altLang="ja-JP" dirty="0"/>
          </a:p>
          <a:p>
            <a:pPr lvl="0"/>
            <a:r>
              <a:rPr kumimoji="1" lang="ja-JP" altLang="en-US" dirty="0"/>
              <a:t>補足の文章はマストではなく、必要ない場合は記載不要です。</a:t>
            </a:r>
          </a:p>
        </p:txBody>
      </p:sp>
      <p:sp>
        <p:nvSpPr>
          <p:cNvPr id="9" name="テキスト プレースホルダー">
            <a:extLst>
              <a:ext uri="{FF2B5EF4-FFF2-40B4-BE49-F238E27FC236}">
                <a16:creationId xmlns:a16="http://schemas.microsoft.com/office/drawing/2014/main" id="{3EFF74AE-27B7-43A5-B23D-88AD64151613}"/>
              </a:ext>
            </a:extLst>
          </p:cNvPr>
          <p:cNvSpPr>
            <a:spLocks noGrp="1"/>
          </p:cNvSpPr>
          <p:nvPr>
            <p:ph type="body" sz="quarter" idx="11" hasCustomPrompt="1"/>
          </p:nvPr>
        </p:nvSpPr>
        <p:spPr>
          <a:xfrm>
            <a:off x="910800" y="4206729"/>
            <a:ext cx="5185200" cy="1192634"/>
          </a:xfrm>
          <a:prstGeom prst="rect">
            <a:avLst/>
          </a:prstGeom>
        </p:spPr>
        <p:txBody>
          <a:bodyPr wrap="none" anchor="b" anchorCtr="0">
            <a:noAutofit/>
          </a:bodyPr>
          <a:lstStyle>
            <a:lvl1pPr marL="0" marR="0" indent="0" algn="l" defTabSz="914377" rtl="0" eaLnBrk="1" fontAlgn="auto" latinLnBrk="0" hangingPunct="1">
              <a:lnSpc>
                <a:spcPct val="100000"/>
              </a:lnSpc>
              <a:spcBef>
                <a:spcPts val="300"/>
              </a:spcBef>
              <a:spcAft>
                <a:spcPts val="0"/>
              </a:spcAft>
              <a:buClrTx/>
              <a:buSzTx/>
              <a:buFont typeface="Arial" panose="020B0604020202020204" pitchFamily="34" charset="0"/>
              <a:buNone/>
              <a:tabLst/>
              <a:defRPr sz="1600" baseline="0">
                <a:solidFill>
                  <a:schemeClr val="tx1"/>
                </a:solidFill>
                <a:latin typeface="+mj-lt"/>
                <a:ea typeface="+mj-ea"/>
              </a:defRPr>
            </a:lvl1pPr>
          </a:lstStyle>
          <a:p>
            <a:pPr lvl="0"/>
            <a:r>
              <a:rPr kumimoji="1" lang="ja-JP" altLang="en-US"/>
              <a:t>日付 </a:t>
            </a:r>
            <a:r>
              <a:rPr kumimoji="1" lang="ja-JP" altLang="en-US" dirty="0"/>
              <a:t>・ 署名／役職／氏名</a:t>
            </a:r>
          </a:p>
        </p:txBody>
      </p:sp>
      <p:sp>
        <p:nvSpPr>
          <p:cNvPr id="12" name="タイトル">
            <a:extLst>
              <a:ext uri="{FF2B5EF4-FFF2-40B4-BE49-F238E27FC236}">
                <a16:creationId xmlns:a16="http://schemas.microsoft.com/office/drawing/2014/main" id="{DDDDA778-36D4-4A77-A2EE-17A3A2491480}"/>
              </a:ext>
            </a:extLst>
          </p:cNvPr>
          <p:cNvSpPr>
            <a:spLocks noGrp="1"/>
          </p:cNvSpPr>
          <p:nvPr>
            <p:ph type="title" hasCustomPrompt="1"/>
          </p:nvPr>
        </p:nvSpPr>
        <p:spPr>
          <a:xfrm>
            <a:off x="910800" y="1681622"/>
            <a:ext cx="10238400" cy="1207318"/>
          </a:xfrm>
        </p:spPr>
        <p:txBody>
          <a:bodyPr vert="horz" lIns="91440" tIns="45720" rIns="91440" bIns="45720" rtlCol="0" anchor="b" anchorCtr="0">
            <a:noAutofit/>
          </a:bodyPr>
          <a:lstStyle>
            <a:lvl1pPr>
              <a:defRPr lang="ja-JP" altLang="en-US" sz="3600"/>
            </a:lvl1pPr>
          </a:lstStyle>
          <a:p>
            <a:pPr marL="0" lvl="0" indent="0" defTabSz="914400">
              <a:lnSpc>
                <a:spcPts val="4500"/>
              </a:lnSpc>
              <a:spcBef>
                <a:spcPct val="0"/>
              </a:spcBef>
              <a:buFont typeface="Arial" panose="020B0604020202020204" pitchFamily="34" charset="0"/>
            </a:pPr>
            <a:r>
              <a:rPr kumimoji="1" lang="ja-JP" altLang="en-US"/>
              <a:t>タイトルサンプル</a:t>
            </a:r>
          </a:p>
        </p:txBody>
      </p:sp>
      <p:sp>
        <p:nvSpPr>
          <p:cNvPr id="10" name="テキスト プレースホルダー">
            <a:extLst>
              <a:ext uri="{FF2B5EF4-FFF2-40B4-BE49-F238E27FC236}">
                <a16:creationId xmlns:a16="http://schemas.microsoft.com/office/drawing/2014/main" id="{357BE077-39E2-4A1E-8B5E-F5CF50C3AE19}"/>
              </a:ext>
            </a:extLst>
          </p:cNvPr>
          <p:cNvSpPr>
            <a:spLocks noGrp="1"/>
          </p:cNvSpPr>
          <p:nvPr>
            <p:ph type="body" sz="quarter" idx="14" hasCustomPrompt="1"/>
          </p:nvPr>
        </p:nvSpPr>
        <p:spPr>
          <a:xfrm>
            <a:off x="910800" y="1218238"/>
            <a:ext cx="5184000" cy="338554"/>
          </a:xfrm>
          <a:prstGeom prst="rect">
            <a:avLst/>
          </a:prstGeom>
        </p:spPr>
        <p:txBody>
          <a:bodyPr wrap="none">
            <a:noAutofit/>
          </a:bodyPr>
          <a:lstStyle>
            <a:lvl1pPr>
              <a:lnSpc>
                <a:spcPct val="100000"/>
              </a:lnSpc>
              <a:spcBef>
                <a:spcPts val="0"/>
              </a:spcBef>
              <a:defRPr sz="1600" baseline="0">
                <a:solidFill>
                  <a:schemeClr val="tx1"/>
                </a:solidFill>
                <a:latin typeface="+mj-lt"/>
                <a:ea typeface="+mj-ea"/>
              </a:defRPr>
            </a:lvl1pPr>
          </a:lstStyle>
          <a:p>
            <a:pPr lvl="0"/>
            <a:r>
              <a:rPr kumimoji="1" lang="ja-JP" altLang="en-US" dirty="0"/>
              <a:t>宛先記入欄</a:t>
            </a:r>
          </a:p>
        </p:txBody>
      </p:sp>
    </p:spTree>
    <p:extLst>
      <p:ext uri="{BB962C8B-B14F-4D97-AF65-F5344CB8AC3E}">
        <p14:creationId xmlns:p14="http://schemas.microsoft.com/office/powerpoint/2010/main" val="10271562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次（5章）">
    <p:spTree>
      <p:nvGrpSpPr>
        <p:cNvPr id="1" name=""/>
        <p:cNvGrpSpPr/>
        <p:nvPr/>
      </p:nvGrpSpPr>
      <p:grpSpPr>
        <a:xfrm>
          <a:off x="0" y="0"/>
          <a:ext cx="0" cy="0"/>
          <a:chOff x="0" y="0"/>
          <a:chExt cx="0" cy="0"/>
        </a:xfrm>
      </p:grpSpPr>
      <p:sp>
        <p:nvSpPr>
          <p:cNvPr id="9" name="スライド番号プレースホルダー">
            <a:extLst>
              <a:ext uri="{FF2B5EF4-FFF2-40B4-BE49-F238E27FC236}">
                <a16:creationId xmlns:a16="http://schemas.microsoft.com/office/drawing/2014/main" id="{F04E8CEC-E7DD-4E0A-8DCE-952AF4062F6C}"/>
              </a:ext>
            </a:extLst>
          </p:cNvPr>
          <p:cNvSpPr>
            <a:spLocks noGrp="1"/>
          </p:cNvSpPr>
          <p:nvPr>
            <p:ph type="sldNum" sz="quarter" idx="37"/>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2" name="index">
            <a:extLst>
              <a:ext uri="{FF2B5EF4-FFF2-40B4-BE49-F238E27FC236}">
                <a16:creationId xmlns:a16="http://schemas.microsoft.com/office/drawing/2014/main" id="{D544130C-1EAD-4188-A624-2F4ED8187765}"/>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
        <p:nvSpPr>
          <p:cNvPr id="17" name="テキスト プレースホルダー 2">
            <a:extLst>
              <a:ext uri="{FF2B5EF4-FFF2-40B4-BE49-F238E27FC236}">
                <a16:creationId xmlns:a16="http://schemas.microsoft.com/office/drawing/2014/main" id="{8AFC1A1F-C002-4C8D-8360-77A75FCABAFF}"/>
              </a:ext>
            </a:extLst>
          </p:cNvPr>
          <p:cNvSpPr>
            <a:spLocks noGrp="1"/>
          </p:cNvSpPr>
          <p:nvPr>
            <p:ph type="body" sz="quarter" idx="11" hasCustomPrompt="1"/>
          </p:nvPr>
        </p:nvSpPr>
        <p:spPr>
          <a:xfrm>
            <a:off x="4258798" y="1555200"/>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3" name="テキスト プレースホルダー 2">
            <a:extLst>
              <a:ext uri="{FF2B5EF4-FFF2-40B4-BE49-F238E27FC236}">
                <a16:creationId xmlns:a16="http://schemas.microsoft.com/office/drawing/2014/main" id="{8A183B0D-25CB-4268-814A-6C7538B1DC10}"/>
              </a:ext>
            </a:extLst>
          </p:cNvPr>
          <p:cNvSpPr>
            <a:spLocks noGrp="1"/>
          </p:cNvSpPr>
          <p:nvPr>
            <p:ph type="body" sz="quarter" idx="26" hasCustomPrompt="1"/>
          </p:nvPr>
        </p:nvSpPr>
        <p:spPr>
          <a:xfrm>
            <a:off x="3692036" y="155520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4" name="テキスト プレースホルダー 2">
            <a:extLst>
              <a:ext uri="{FF2B5EF4-FFF2-40B4-BE49-F238E27FC236}">
                <a16:creationId xmlns:a16="http://schemas.microsoft.com/office/drawing/2014/main" id="{8BEA5AA9-5F7C-45B9-BE21-45370ABF1FC5}"/>
              </a:ext>
            </a:extLst>
          </p:cNvPr>
          <p:cNvSpPr>
            <a:spLocks noGrp="1"/>
          </p:cNvSpPr>
          <p:nvPr>
            <p:ph type="body" sz="quarter" idx="27" hasCustomPrompt="1"/>
          </p:nvPr>
        </p:nvSpPr>
        <p:spPr>
          <a:xfrm>
            <a:off x="3692036" y="2332732"/>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5" name="テキスト プレースホルダー 2">
            <a:extLst>
              <a:ext uri="{FF2B5EF4-FFF2-40B4-BE49-F238E27FC236}">
                <a16:creationId xmlns:a16="http://schemas.microsoft.com/office/drawing/2014/main" id="{E887AEC9-C7DF-4FE1-98C2-6F5B19B11EDF}"/>
              </a:ext>
            </a:extLst>
          </p:cNvPr>
          <p:cNvSpPr>
            <a:spLocks noGrp="1"/>
          </p:cNvSpPr>
          <p:nvPr>
            <p:ph type="body" sz="quarter" idx="28" hasCustomPrompt="1"/>
          </p:nvPr>
        </p:nvSpPr>
        <p:spPr>
          <a:xfrm>
            <a:off x="3692036" y="3110264"/>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6" name="テキスト プレースホルダー 2">
            <a:extLst>
              <a:ext uri="{FF2B5EF4-FFF2-40B4-BE49-F238E27FC236}">
                <a16:creationId xmlns:a16="http://schemas.microsoft.com/office/drawing/2014/main" id="{73CAC748-25DA-464A-B0EC-8049E67A1E1E}"/>
              </a:ext>
            </a:extLst>
          </p:cNvPr>
          <p:cNvSpPr>
            <a:spLocks noGrp="1"/>
          </p:cNvSpPr>
          <p:nvPr>
            <p:ph type="body" sz="quarter" idx="29" hasCustomPrompt="1"/>
          </p:nvPr>
        </p:nvSpPr>
        <p:spPr>
          <a:xfrm>
            <a:off x="3692036" y="3887796"/>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7" name="テキスト プレースホルダー 2">
            <a:extLst>
              <a:ext uri="{FF2B5EF4-FFF2-40B4-BE49-F238E27FC236}">
                <a16:creationId xmlns:a16="http://schemas.microsoft.com/office/drawing/2014/main" id="{535A6485-3EBF-4548-BD34-98CCB5FD228D}"/>
              </a:ext>
            </a:extLst>
          </p:cNvPr>
          <p:cNvSpPr>
            <a:spLocks noGrp="1"/>
          </p:cNvSpPr>
          <p:nvPr>
            <p:ph type="body" sz="quarter" idx="30" hasCustomPrompt="1"/>
          </p:nvPr>
        </p:nvSpPr>
        <p:spPr>
          <a:xfrm>
            <a:off x="3692036" y="4665328"/>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8" name="テキスト プレースホルダー 2">
            <a:extLst>
              <a:ext uri="{FF2B5EF4-FFF2-40B4-BE49-F238E27FC236}">
                <a16:creationId xmlns:a16="http://schemas.microsoft.com/office/drawing/2014/main" id="{ACE56AA9-1498-43BD-9DB2-6F1572732700}"/>
              </a:ext>
            </a:extLst>
          </p:cNvPr>
          <p:cNvSpPr>
            <a:spLocks noGrp="1"/>
          </p:cNvSpPr>
          <p:nvPr>
            <p:ph type="body" sz="quarter" idx="31" hasCustomPrompt="1"/>
          </p:nvPr>
        </p:nvSpPr>
        <p:spPr>
          <a:xfrm>
            <a:off x="4258798" y="2332732"/>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9" name="テキスト プレースホルダー 2">
            <a:extLst>
              <a:ext uri="{FF2B5EF4-FFF2-40B4-BE49-F238E27FC236}">
                <a16:creationId xmlns:a16="http://schemas.microsoft.com/office/drawing/2014/main" id="{12DC9D2C-944C-4816-8562-E99F97D17207}"/>
              </a:ext>
            </a:extLst>
          </p:cNvPr>
          <p:cNvSpPr>
            <a:spLocks noGrp="1"/>
          </p:cNvSpPr>
          <p:nvPr>
            <p:ph type="body" sz="quarter" idx="32" hasCustomPrompt="1"/>
          </p:nvPr>
        </p:nvSpPr>
        <p:spPr>
          <a:xfrm>
            <a:off x="4258798" y="3110264"/>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dirty="0"/>
              <a:t>目次サンプル</a:t>
            </a:r>
          </a:p>
        </p:txBody>
      </p:sp>
      <p:sp>
        <p:nvSpPr>
          <p:cNvPr id="30" name="テキスト プレースホルダー 2">
            <a:extLst>
              <a:ext uri="{FF2B5EF4-FFF2-40B4-BE49-F238E27FC236}">
                <a16:creationId xmlns:a16="http://schemas.microsoft.com/office/drawing/2014/main" id="{1327D0FC-6BF0-4682-8F25-93D063284341}"/>
              </a:ext>
            </a:extLst>
          </p:cNvPr>
          <p:cNvSpPr>
            <a:spLocks noGrp="1"/>
          </p:cNvSpPr>
          <p:nvPr>
            <p:ph type="body" sz="quarter" idx="33" hasCustomPrompt="1"/>
          </p:nvPr>
        </p:nvSpPr>
        <p:spPr>
          <a:xfrm>
            <a:off x="4258798" y="3887796"/>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dirty="0"/>
              <a:t>目次サンプル</a:t>
            </a:r>
          </a:p>
        </p:txBody>
      </p:sp>
      <p:sp>
        <p:nvSpPr>
          <p:cNvPr id="31" name="テキスト プレースホルダー 2">
            <a:extLst>
              <a:ext uri="{FF2B5EF4-FFF2-40B4-BE49-F238E27FC236}">
                <a16:creationId xmlns:a16="http://schemas.microsoft.com/office/drawing/2014/main" id="{1E93D9A8-2128-4467-A559-8198F101492D}"/>
              </a:ext>
            </a:extLst>
          </p:cNvPr>
          <p:cNvSpPr>
            <a:spLocks noGrp="1"/>
          </p:cNvSpPr>
          <p:nvPr>
            <p:ph type="body" sz="quarter" idx="34" hasCustomPrompt="1"/>
          </p:nvPr>
        </p:nvSpPr>
        <p:spPr>
          <a:xfrm>
            <a:off x="4258798" y="4665328"/>
            <a:ext cx="5400000" cy="461665"/>
          </a:xfrm>
          <a:prstGeom prst="rect">
            <a:avLst/>
          </a:prstGeom>
        </p:spPr>
        <p:txBody>
          <a:bodyPr wrap="none">
            <a:sp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dirty="0"/>
              <a:t>目次サンプル</a:t>
            </a:r>
          </a:p>
        </p:txBody>
      </p:sp>
    </p:spTree>
    <p:extLst>
      <p:ext uri="{BB962C8B-B14F-4D97-AF65-F5344CB8AC3E}">
        <p14:creationId xmlns:p14="http://schemas.microsoft.com/office/powerpoint/2010/main" val="2787926036"/>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目次（5章）_補足あり">
    <p:spTree>
      <p:nvGrpSpPr>
        <p:cNvPr id="1" name=""/>
        <p:cNvGrpSpPr/>
        <p:nvPr/>
      </p:nvGrpSpPr>
      <p:grpSpPr>
        <a:xfrm>
          <a:off x="0" y="0"/>
          <a:ext cx="0" cy="0"/>
          <a:chOff x="0" y="0"/>
          <a:chExt cx="0" cy="0"/>
        </a:xfrm>
      </p:grpSpPr>
      <p:sp>
        <p:nvSpPr>
          <p:cNvPr id="11" name="スライド番号プレースホルダー">
            <a:extLst>
              <a:ext uri="{FF2B5EF4-FFF2-40B4-BE49-F238E27FC236}">
                <a16:creationId xmlns:a16="http://schemas.microsoft.com/office/drawing/2014/main" id="{0A67C8BE-7118-4C7A-B206-15663715DE0F}"/>
              </a:ext>
            </a:extLst>
          </p:cNvPr>
          <p:cNvSpPr>
            <a:spLocks noGrp="1"/>
          </p:cNvSpPr>
          <p:nvPr>
            <p:ph type="sldNum" sz="quarter" idx="41"/>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7" name="テキスト プレースホルダー 2">
            <a:extLst>
              <a:ext uri="{FF2B5EF4-FFF2-40B4-BE49-F238E27FC236}">
                <a16:creationId xmlns:a16="http://schemas.microsoft.com/office/drawing/2014/main" id="{115B7CB4-208E-4DA6-9065-55E2D171BA9E}"/>
              </a:ext>
            </a:extLst>
          </p:cNvPr>
          <p:cNvSpPr>
            <a:spLocks noGrp="1"/>
          </p:cNvSpPr>
          <p:nvPr>
            <p:ph type="body" sz="quarter" idx="11" hasCustomPrompt="1"/>
          </p:nvPr>
        </p:nvSpPr>
        <p:spPr>
          <a:xfrm>
            <a:off x="4258799" y="1555200"/>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1" name="テキスト プレースホルダー 3">
            <a:extLst>
              <a:ext uri="{FF2B5EF4-FFF2-40B4-BE49-F238E27FC236}">
                <a16:creationId xmlns:a16="http://schemas.microsoft.com/office/drawing/2014/main" id="{465F7266-88C6-4049-BF87-D1712B56D26E}"/>
              </a:ext>
            </a:extLst>
          </p:cNvPr>
          <p:cNvSpPr>
            <a:spLocks noGrp="1"/>
          </p:cNvSpPr>
          <p:nvPr>
            <p:ph type="body" sz="quarter" idx="25" hasCustomPrompt="1"/>
          </p:nvPr>
        </p:nvSpPr>
        <p:spPr>
          <a:xfrm>
            <a:off x="4258799" y="5595482"/>
            <a:ext cx="5400000" cy="307777"/>
          </a:xfrm>
          <a:prstGeom prst="rect">
            <a:avLst/>
          </a:prstGeom>
        </p:spPr>
        <p:txBody>
          <a:bodyPr wrap="none">
            <a:noAutofit/>
          </a:bodyPr>
          <a:lstStyle>
            <a:lvl1pPr>
              <a:lnSpc>
                <a:spcPct val="100000"/>
              </a:lnSpc>
              <a:spcBef>
                <a:spcPts val="0"/>
              </a:spcBef>
              <a:tabLst>
                <a:tab pos="2508250" algn="l"/>
              </a:tabLst>
              <a:defRPr lang="ja-JP" altLang="en-US" sz="1400"/>
            </a:lvl1pPr>
          </a:lstStyle>
          <a:p>
            <a:pPr lvl="0"/>
            <a:r>
              <a:rPr kumimoji="1" lang="ja-JP" altLang="en-US" dirty="0"/>
              <a:t>補足の文章が必要な場合はこちらに入れてください。</a:t>
            </a:r>
          </a:p>
        </p:txBody>
      </p:sp>
      <p:sp>
        <p:nvSpPr>
          <p:cNvPr id="3" name="テキスト プレースホルダー 2">
            <a:extLst>
              <a:ext uri="{FF2B5EF4-FFF2-40B4-BE49-F238E27FC236}">
                <a16:creationId xmlns:a16="http://schemas.microsoft.com/office/drawing/2014/main" id="{DD8742E1-683C-41C9-949F-50E021069BAB}"/>
              </a:ext>
            </a:extLst>
          </p:cNvPr>
          <p:cNvSpPr>
            <a:spLocks noGrp="1"/>
          </p:cNvSpPr>
          <p:nvPr>
            <p:ph type="body" sz="quarter" idx="26" hasCustomPrompt="1"/>
          </p:nvPr>
        </p:nvSpPr>
        <p:spPr>
          <a:xfrm>
            <a:off x="3692036" y="155520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2" name="テキスト プレースホルダー 2">
            <a:extLst>
              <a:ext uri="{FF2B5EF4-FFF2-40B4-BE49-F238E27FC236}">
                <a16:creationId xmlns:a16="http://schemas.microsoft.com/office/drawing/2014/main" id="{31C2190C-4442-4BE8-A5CF-042477214DE3}"/>
              </a:ext>
            </a:extLst>
          </p:cNvPr>
          <p:cNvSpPr>
            <a:spLocks noGrp="1"/>
          </p:cNvSpPr>
          <p:nvPr>
            <p:ph type="body" sz="quarter" idx="27" hasCustomPrompt="1"/>
          </p:nvPr>
        </p:nvSpPr>
        <p:spPr>
          <a:xfrm>
            <a:off x="3692036" y="244812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3" name="テキスト プレースホルダー 2">
            <a:extLst>
              <a:ext uri="{FF2B5EF4-FFF2-40B4-BE49-F238E27FC236}">
                <a16:creationId xmlns:a16="http://schemas.microsoft.com/office/drawing/2014/main" id="{210D1BAF-358C-4D74-B226-77A84CCF331D}"/>
              </a:ext>
            </a:extLst>
          </p:cNvPr>
          <p:cNvSpPr>
            <a:spLocks noGrp="1"/>
          </p:cNvSpPr>
          <p:nvPr>
            <p:ph type="body" sz="quarter" idx="28" hasCustomPrompt="1"/>
          </p:nvPr>
        </p:nvSpPr>
        <p:spPr>
          <a:xfrm>
            <a:off x="3692036" y="3376947"/>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4" name="テキスト プレースホルダー 2">
            <a:extLst>
              <a:ext uri="{FF2B5EF4-FFF2-40B4-BE49-F238E27FC236}">
                <a16:creationId xmlns:a16="http://schemas.microsoft.com/office/drawing/2014/main" id="{98217539-4191-4398-A632-08D9459F1D42}"/>
              </a:ext>
            </a:extLst>
          </p:cNvPr>
          <p:cNvSpPr>
            <a:spLocks noGrp="1"/>
          </p:cNvSpPr>
          <p:nvPr>
            <p:ph type="body" sz="quarter" idx="29" hasCustomPrompt="1"/>
          </p:nvPr>
        </p:nvSpPr>
        <p:spPr>
          <a:xfrm>
            <a:off x="3692036" y="4270845"/>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5" name="テキスト プレースホルダー 2">
            <a:extLst>
              <a:ext uri="{FF2B5EF4-FFF2-40B4-BE49-F238E27FC236}">
                <a16:creationId xmlns:a16="http://schemas.microsoft.com/office/drawing/2014/main" id="{61C817B3-AB2C-4034-85E9-761B1CE43FD9}"/>
              </a:ext>
            </a:extLst>
          </p:cNvPr>
          <p:cNvSpPr>
            <a:spLocks noGrp="1"/>
          </p:cNvSpPr>
          <p:nvPr>
            <p:ph type="body" sz="quarter" idx="30" hasCustomPrompt="1"/>
          </p:nvPr>
        </p:nvSpPr>
        <p:spPr>
          <a:xfrm>
            <a:off x="3692036" y="5197520"/>
            <a:ext cx="663964" cy="461665"/>
          </a:xfrm>
          <a:prstGeom prst="rect">
            <a:avLst/>
          </a:prstGeom>
        </p:spPr>
        <p:txBody>
          <a:bodyPr wrap="none">
            <a:spAutoFit/>
          </a:bodyPr>
          <a:lstStyle>
            <a:lvl1pPr algn="r">
              <a:lnSpc>
                <a:spcPct val="100000"/>
              </a:lnSpc>
              <a:spcBef>
                <a:spcPts val="0"/>
              </a:spcBef>
              <a:defRPr sz="2400" baseline="0">
                <a:solidFill>
                  <a:schemeClr val="accent1"/>
                </a:solidFill>
                <a:latin typeface="+mj-lt"/>
                <a:ea typeface="+mj-ea"/>
              </a:defRPr>
            </a:lvl1pPr>
          </a:lstStyle>
          <a:p>
            <a:pPr lvl="0"/>
            <a:r>
              <a:rPr kumimoji="1" lang="en-US" altLang="ja-JP" dirty="0"/>
              <a:t>No.</a:t>
            </a:r>
            <a:endParaRPr kumimoji="1" lang="ja-JP" altLang="en-US" dirty="0"/>
          </a:p>
        </p:txBody>
      </p:sp>
      <p:sp>
        <p:nvSpPr>
          <p:cNvPr id="26" name="テキスト プレースホルダー 2">
            <a:extLst>
              <a:ext uri="{FF2B5EF4-FFF2-40B4-BE49-F238E27FC236}">
                <a16:creationId xmlns:a16="http://schemas.microsoft.com/office/drawing/2014/main" id="{E9348EDF-E5E5-478C-B1F7-A246F27C6C91}"/>
              </a:ext>
            </a:extLst>
          </p:cNvPr>
          <p:cNvSpPr>
            <a:spLocks noGrp="1"/>
          </p:cNvSpPr>
          <p:nvPr>
            <p:ph type="body" sz="quarter" idx="31" hasCustomPrompt="1"/>
          </p:nvPr>
        </p:nvSpPr>
        <p:spPr>
          <a:xfrm>
            <a:off x="4258800" y="2448120"/>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7" name="テキスト プレースホルダー 2">
            <a:extLst>
              <a:ext uri="{FF2B5EF4-FFF2-40B4-BE49-F238E27FC236}">
                <a16:creationId xmlns:a16="http://schemas.microsoft.com/office/drawing/2014/main" id="{75DF6A8F-B0A8-4FCB-B88D-ECC6F41A6E8F}"/>
              </a:ext>
            </a:extLst>
          </p:cNvPr>
          <p:cNvSpPr>
            <a:spLocks noGrp="1"/>
          </p:cNvSpPr>
          <p:nvPr>
            <p:ph type="body" sz="quarter" idx="32" hasCustomPrompt="1"/>
          </p:nvPr>
        </p:nvSpPr>
        <p:spPr>
          <a:xfrm>
            <a:off x="4258799" y="3376947"/>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8" name="テキスト プレースホルダー 2">
            <a:extLst>
              <a:ext uri="{FF2B5EF4-FFF2-40B4-BE49-F238E27FC236}">
                <a16:creationId xmlns:a16="http://schemas.microsoft.com/office/drawing/2014/main" id="{C8B9AFA2-7F17-4318-ACAE-0BB4ACD1E732}"/>
              </a:ext>
            </a:extLst>
          </p:cNvPr>
          <p:cNvSpPr>
            <a:spLocks noGrp="1"/>
          </p:cNvSpPr>
          <p:nvPr>
            <p:ph type="body" sz="quarter" idx="33" hasCustomPrompt="1"/>
          </p:nvPr>
        </p:nvSpPr>
        <p:spPr>
          <a:xfrm>
            <a:off x="4258799" y="4270845"/>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29" name="テキスト プレースホルダー 2">
            <a:extLst>
              <a:ext uri="{FF2B5EF4-FFF2-40B4-BE49-F238E27FC236}">
                <a16:creationId xmlns:a16="http://schemas.microsoft.com/office/drawing/2014/main" id="{686D849D-2F9C-41E2-99D6-02014F7C1C2A}"/>
              </a:ext>
            </a:extLst>
          </p:cNvPr>
          <p:cNvSpPr>
            <a:spLocks noGrp="1"/>
          </p:cNvSpPr>
          <p:nvPr>
            <p:ph type="body" sz="quarter" idx="34" hasCustomPrompt="1"/>
          </p:nvPr>
        </p:nvSpPr>
        <p:spPr>
          <a:xfrm>
            <a:off x="4258799" y="5197520"/>
            <a:ext cx="5400000" cy="461665"/>
          </a:xfrm>
          <a:prstGeom prst="rect">
            <a:avLst/>
          </a:prstGeom>
        </p:spPr>
        <p:txBody>
          <a:bodyPr wrap="none">
            <a:noAutofit/>
          </a:bodyPr>
          <a:lstStyle>
            <a:lvl1pPr>
              <a:lnSpc>
                <a:spcPct val="100000"/>
              </a:lnSpc>
              <a:spcBef>
                <a:spcPts val="0"/>
              </a:spcBef>
              <a:tabLst>
                <a:tab pos="2508250" algn="l"/>
              </a:tabLst>
              <a:defRPr lang="ja-JP" altLang="en-US" sz="2400">
                <a:solidFill>
                  <a:schemeClr val="accent1"/>
                </a:solidFill>
              </a:defRPr>
            </a:lvl1pPr>
          </a:lstStyle>
          <a:p>
            <a:pPr lvl="0"/>
            <a:r>
              <a:rPr kumimoji="1" lang="ja-JP" altLang="en-US"/>
              <a:t>目次サンプル</a:t>
            </a:r>
          </a:p>
        </p:txBody>
      </p:sp>
      <p:sp>
        <p:nvSpPr>
          <p:cNvPr id="8" name="テキスト プレースホルダー 7">
            <a:extLst>
              <a:ext uri="{FF2B5EF4-FFF2-40B4-BE49-F238E27FC236}">
                <a16:creationId xmlns:a16="http://schemas.microsoft.com/office/drawing/2014/main" id="{99935838-EEB2-4961-AB4F-12EDE12DBE34}"/>
              </a:ext>
            </a:extLst>
          </p:cNvPr>
          <p:cNvSpPr>
            <a:spLocks noGrp="1"/>
          </p:cNvSpPr>
          <p:nvPr>
            <p:ph type="body" sz="quarter" idx="35" hasCustomPrompt="1"/>
          </p:nvPr>
        </p:nvSpPr>
        <p:spPr>
          <a:xfrm>
            <a:off x="4258800" y="1952836"/>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endParaRPr kumimoji="1" lang="en-US" altLang="ja-JP"/>
          </a:p>
        </p:txBody>
      </p:sp>
      <p:sp>
        <p:nvSpPr>
          <p:cNvPr id="31" name="テキスト プレースホルダー 7">
            <a:extLst>
              <a:ext uri="{FF2B5EF4-FFF2-40B4-BE49-F238E27FC236}">
                <a16:creationId xmlns:a16="http://schemas.microsoft.com/office/drawing/2014/main" id="{D492405F-3CBF-494B-9B68-E2BFEDDADA43}"/>
              </a:ext>
            </a:extLst>
          </p:cNvPr>
          <p:cNvSpPr>
            <a:spLocks noGrp="1"/>
          </p:cNvSpPr>
          <p:nvPr>
            <p:ph type="body" sz="quarter" idx="36" hasCustomPrompt="1"/>
          </p:nvPr>
        </p:nvSpPr>
        <p:spPr>
          <a:xfrm>
            <a:off x="4258800" y="4668567"/>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p>
        </p:txBody>
      </p:sp>
      <p:sp>
        <p:nvSpPr>
          <p:cNvPr id="32" name="テキスト プレースホルダー 7">
            <a:extLst>
              <a:ext uri="{FF2B5EF4-FFF2-40B4-BE49-F238E27FC236}">
                <a16:creationId xmlns:a16="http://schemas.microsoft.com/office/drawing/2014/main" id="{220DAB49-9CEA-4DA3-B098-CB0485DA2E21}"/>
              </a:ext>
            </a:extLst>
          </p:cNvPr>
          <p:cNvSpPr>
            <a:spLocks noGrp="1"/>
          </p:cNvSpPr>
          <p:nvPr>
            <p:ph type="body" sz="quarter" idx="37" hasCustomPrompt="1"/>
          </p:nvPr>
        </p:nvSpPr>
        <p:spPr>
          <a:xfrm>
            <a:off x="4258800" y="3775951"/>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p>
        </p:txBody>
      </p:sp>
      <p:sp>
        <p:nvSpPr>
          <p:cNvPr id="33" name="テキスト プレースホルダー 7">
            <a:extLst>
              <a:ext uri="{FF2B5EF4-FFF2-40B4-BE49-F238E27FC236}">
                <a16:creationId xmlns:a16="http://schemas.microsoft.com/office/drawing/2014/main" id="{75D5AF76-4033-4478-BC4B-8615FC544808}"/>
              </a:ext>
            </a:extLst>
          </p:cNvPr>
          <p:cNvSpPr>
            <a:spLocks noGrp="1"/>
          </p:cNvSpPr>
          <p:nvPr>
            <p:ph type="body" sz="quarter" idx="38" hasCustomPrompt="1"/>
          </p:nvPr>
        </p:nvSpPr>
        <p:spPr>
          <a:xfrm>
            <a:off x="4258800" y="2846592"/>
            <a:ext cx="5400000" cy="307777"/>
          </a:xfrm>
        </p:spPr>
        <p:txBody>
          <a:bodyPr wrap="none">
            <a:noAutofit/>
          </a:bodyPr>
          <a:lstStyle>
            <a:lvl1pPr>
              <a:lnSpc>
                <a:spcPct val="100000"/>
              </a:lnSpc>
              <a:spcBef>
                <a:spcPts val="0"/>
              </a:spcBef>
              <a:defRPr sz="1400"/>
            </a:lvl1pPr>
          </a:lstStyle>
          <a:p>
            <a:pPr lvl="0"/>
            <a:r>
              <a:rPr kumimoji="1" lang="ja-JP" altLang="en-US"/>
              <a:t>補足の文章が必要な場合はこちらに入れてください。</a:t>
            </a:r>
          </a:p>
        </p:txBody>
      </p:sp>
      <p:sp>
        <p:nvSpPr>
          <p:cNvPr id="30" name="index">
            <a:extLst>
              <a:ext uri="{FF2B5EF4-FFF2-40B4-BE49-F238E27FC236}">
                <a16:creationId xmlns:a16="http://schemas.microsoft.com/office/drawing/2014/main" id="{6510BF36-DAE3-4A92-97F6-99922F1F38EE}"/>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Tree>
    <p:extLst>
      <p:ext uri="{BB962C8B-B14F-4D97-AF65-F5344CB8AC3E}">
        <p14:creationId xmlns:p14="http://schemas.microsoft.com/office/powerpoint/2010/main" val="447820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目次（10章）">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626FD9BC-9821-495C-A5B6-687931BB7F99}"/>
              </a:ext>
            </a:extLst>
          </p:cNvPr>
          <p:cNvSpPr>
            <a:spLocks noGrp="1"/>
          </p:cNvSpPr>
          <p:nvPr>
            <p:ph type="sldNum" sz="quarter" idx="50"/>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72" name="テキスト プレースホルダー 1">
            <a:extLst>
              <a:ext uri="{FF2B5EF4-FFF2-40B4-BE49-F238E27FC236}">
                <a16:creationId xmlns:a16="http://schemas.microsoft.com/office/drawing/2014/main" id="{4160C284-D432-4300-978B-1DC82F3EB454}"/>
              </a:ext>
            </a:extLst>
          </p:cNvPr>
          <p:cNvSpPr>
            <a:spLocks noGrp="1"/>
          </p:cNvSpPr>
          <p:nvPr>
            <p:ph type="body" sz="quarter" idx="10" hasCustomPrompt="1"/>
          </p:nvPr>
        </p:nvSpPr>
        <p:spPr>
          <a:xfrm>
            <a:off x="2565811" y="1550314"/>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3" name="テキスト プレースホルダー 1">
            <a:extLst>
              <a:ext uri="{FF2B5EF4-FFF2-40B4-BE49-F238E27FC236}">
                <a16:creationId xmlns:a16="http://schemas.microsoft.com/office/drawing/2014/main" id="{DB07DE29-75AD-4A24-B045-D064D9153579}"/>
              </a:ext>
            </a:extLst>
          </p:cNvPr>
          <p:cNvSpPr>
            <a:spLocks noGrp="1"/>
          </p:cNvSpPr>
          <p:nvPr>
            <p:ph type="body" sz="quarter" idx="13" hasCustomPrompt="1"/>
          </p:nvPr>
        </p:nvSpPr>
        <p:spPr>
          <a:xfrm>
            <a:off x="2565811" y="2351552"/>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4" name="テキスト プレースホルダー 1">
            <a:extLst>
              <a:ext uri="{FF2B5EF4-FFF2-40B4-BE49-F238E27FC236}">
                <a16:creationId xmlns:a16="http://schemas.microsoft.com/office/drawing/2014/main" id="{94B56440-66B4-436E-B422-344B6F0B50D7}"/>
              </a:ext>
            </a:extLst>
          </p:cNvPr>
          <p:cNvSpPr>
            <a:spLocks noGrp="1"/>
          </p:cNvSpPr>
          <p:nvPr>
            <p:ph type="body" sz="quarter" idx="16" hasCustomPrompt="1"/>
          </p:nvPr>
        </p:nvSpPr>
        <p:spPr>
          <a:xfrm>
            <a:off x="2565811" y="3150008"/>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5" name="テキスト プレースホルダー 1">
            <a:extLst>
              <a:ext uri="{FF2B5EF4-FFF2-40B4-BE49-F238E27FC236}">
                <a16:creationId xmlns:a16="http://schemas.microsoft.com/office/drawing/2014/main" id="{50E0995B-F2FA-424E-B4B2-6A391D09200E}"/>
              </a:ext>
            </a:extLst>
          </p:cNvPr>
          <p:cNvSpPr>
            <a:spLocks noGrp="1"/>
          </p:cNvSpPr>
          <p:nvPr>
            <p:ph type="body" sz="quarter" idx="19" hasCustomPrompt="1"/>
          </p:nvPr>
        </p:nvSpPr>
        <p:spPr>
          <a:xfrm>
            <a:off x="2565811" y="394846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6" name="テキスト プレースホルダー 1">
            <a:extLst>
              <a:ext uri="{FF2B5EF4-FFF2-40B4-BE49-F238E27FC236}">
                <a16:creationId xmlns:a16="http://schemas.microsoft.com/office/drawing/2014/main" id="{FF67AF05-2921-4163-9857-BE41DF54C65F}"/>
              </a:ext>
            </a:extLst>
          </p:cNvPr>
          <p:cNvSpPr>
            <a:spLocks noGrp="1"/>
          </p:cNvSpPr>
          <p:nvPr>
            <p:ph type="body" sz="quarter" idx="22" hasCustomPrompt="1"/>
          </p:nvPr>
        </p:nvSpPr>
        <p:spPr>
          <a:xfrm>
            <a:off x="2565811" y="474692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7" name="テキスト プレースホルダー 1">
            <a:extLst>
              <a:ext uri="{FF2B5EF4-FFF2-40B4-BE49-F238E27FC236}">
                <a16:creationId xmlns:a16="http://schemas.microsoft.com/office/drawing/2014/main" id="{24D6B509-B151-468E-ABBE-84B9C0F0EB5D}"/>
              </a:ext>
            </a:extLst>
          </p:cNvPr>
          <p:cNvSpPr>
            <a:spLocks noGrp="1"/>
          </p:cNvSpPr>
          <p:nvPr>
            <p:ph type="body" sz="quarter" idx="25" hasCustomPrompt="1"/>
          </p:nvPr>
        </p:nvSpPr>
        <p:spPr>
          <a:xfrm>
            <a:off x="7050051" y="1550314"/>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8" name="テキスト プレースホルダー 1">
            <a:extLst>
              <a:ext uri="{FF2B5EF4-FFF2-40B4-BE49-F238E27FC236}">
                <a16:creationId xmlns:a16="http://schemas.microsoft.com/office/drawing/2014/main" id="{B28EEDBA-4B3B-4317-A197-8FAFFFDA62D9}"/>
              </a:ext>
            </a:extLst>
          </p:cNvPr>
          <p:cNvSpPr>
            <a:spLocks noGrp="1"/>
          </p:cNvSpPr>
          <p:nvPr>
            <p:ph type="body" sz="quarter" idx="28" hasCustomPrompt="1"/>
          </p:nvPr>
        </p:nvSpPr>
        <p:spPr>
          <a:xfrm>
            <a:off x="7050051" y="2351552"/>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9" name="テキスト プレースホルダー 1">
            <a:extLst>
              <a:ext uri="{FF2B5EF4-FFF2-40B4-BE49-F238E27FC236}">
                <a16:creationId xmlns:a16="http://schemas.microsoft.com/office/drawing/2014/main" id="{F2B7F4AD-9179-4656-9188-330478F03454}"/>
              </a:ext>
            </a:extLst>
          </p:cNvPr>
          <p:cNvSpPr>
            <a:spLocks noGrp="1"/>
          </p:cNvSpPr>
          <p:nvPr>
            <p:ph type="body" sz="quarter" idx="31" hasCustomPrompt="1"/>
          </p:nvPr>
        </p:nvSpPr>
        <p:spPr>
          <a:xfrm>
            <a:off x="7050051" y="3150008"/>
            <a:ext cx="583814" cy="40011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80" name="テキスト プレースホルダー 1">
            <a:extLst>
              <a:ext uri="{FF2B5EF4-FFF2-40B4-BE49-F238E27FC236}">
                <a16:creationId xmlns:a16="http://schemas.microsoft.com/office/drawing/2014/main" id="{4806C906-5EB2-4E3F-8382-C8CE063698C8}"/>
              </a:ext>
            </a:extLst>
          </p:cNvPr>
          <p:cNvSpPr>
            <a:spLocks noGrp="1"/>
          </p:cNvSpPr>
          <p:nvPr>
            <p:ph type="body" sz="quarter" idx="34" hasCustomPrompt="1"/>
          </p:nvPr>
        </p:nvSpPr>
        <p:spPr>
          <a:xfrm>
            <a:off x="7050051" y="394846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81" name="テキスト プレースホルダー 1">
            <a:extLst>
              <a:ext uri="{FF2B5EF4-FFF2-40B4-BE49-F238E27FC236}">
                <a16:creationId xmlns:a16="http://schemas.microsoft.com/office/drawing/2014/main" id="{4BCF4456-B944-4ABF-B434-1A3316198473}"/>
              </a:ext>
            </a:extLst>
          </p:cNvPr>
          <p:cNvSpPr>
            <a:spLocks noGrp="1"/>
          </p:cNvSpPr>
          <p:nvPr>
            <p:ph type="body" sz="quarter" idx="37" hasCustomPrompt="1"/>
          </p:nvPr>
        </p:nvSpPr>
        <p:spPr>
          <a:xfrm>
            <a:off x="7048720" y="474692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7" name="テキスト プレースホルダー 2">
            <a:extLst>
              <a:ext uri="{FF2B5EF4-FFF2-40B4-BE49-F238E27FC236}">
                <a16:creationId xmlns:a16="http://schemas.microsoft.com/office/drawing/2014/main" id="{115B7CB4-208E-4DA6-9065-55E2D171BA9E}"/>
              </a:ext>
            </a:extLst>
          </p:cNvPr>
          <p:cNvSpPr>
            <a:spLocks noGrp="1"/>
          </p:cNvSpPr>
          <p:nvPr>
            <p:ph type="body" sz="quarter" idx="11" hasCustomPrompt="1"/>
          </p:nvPr>
        </p:nvSpPr>
        <p:spPr>
          <a:xfrm>
            <a:off x="3036160" y="1550314"/>
            <a:ext cx="3779920" cy="40011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23" name="テキスト プレースホルダー 2">
            <a:extLst>
              <a:ext uri="{FF2B5EF4-FFF2-40B4-BE49-F238E27FC236}">
                <a16:creationId xmlns:a16="http://schemas.microsoft.com/office/drawing/2014/main" id="{ACF08181-590A-46B8-9498-504B64C96787}"/>
              </a:ext>
            </a:extLst>
          </p:cNvPr>
          <p:cNvSpPr>
            <a:spLocks noGrp="1"/>
          </p:cNvSpPr>
          <p:nvPr>
            <p:ph type="body" sz="quarter" idx="23" hasCustomPrompt="1"/>
          </p:nvPr>
        </p:nvSpPr>
        <p:spPr>
          <a:xfrm>
            <a:off x="3036160" y="2351552"/>
            <a:ext cx="377992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29" name="テキスト プレースホルダー 2">
            <a:extLst>
              <a:ext uri="{FF2B5EF4-FFF2-40B4-BE49-F238E27FC236}">
                <a16:creationId xmlns:a16="http://schemas.microsoft.com/office/drawing/2014/main" id="{E13B2CD3-268F-443E-AC84-0C0221B37FDD}"/>
              </a:ext>
            </a:extLst>
          </p:cNvPr>
          <p:cNvSpPr>
            <a:spLocks noGrp="1"/>
          </p:cNvSpPr>
          <p:nvPr>
            <p:ph type="body" sz="quarter" idx="26" hasCustomPrompt="1"/>
          </p:nvPr>
        </p:nvSpPr>
        <p:spPr>
          <a:xfrm>
            <a:off x="3036160" y="3150008"/>
            <a:ext cx="3779920" cy="40011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32" name="テキスト プレースホルダー 2">
            <a:extLst>
              <a:ext uri="{FF2B5EF4-FFF2-40B4-BE49-F238E27FC236}">
                <a16:creationId xmlns:a16="http://schemas.microsoft.com/office/drawing/2014/main" id="{9E728612-87FF-4242-BBD2-B23F100AEC02}"/>
              </a:ext>
            </a:extLst>
          </p:cNvPr>
          <p:cNvSpPr>
            <a:spLocks noGrp="1"/>
          </p:cNvSpPr>
          <p:nvPr>
            <p:ph type="body" sz="quarter" idx="29" hasCustomPrompt="1"/>
          </p:nvPr>
        </p:nvSpPr>
        <p:spPr>
          <a:xfrm>
            <a:off x="3036160" y="3948465"/>
            <a:ext cx="377992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35" name="テキスト プレースホルダー 2">
            <a:extLst>
              <a:ext uri="{FF2B5EF4-FFF2-40B4-BE49-F238E27FC236}">
                <a16:creationId xmlns:a16="http://schemas.microsoft.com/office/drawing/2014/main" id="{80D2EB15-EA38-4A26-B00D-97A91F2C8E23}"/>
              </a:ext>
            </a:extLst>
          </p:cNvPr>
          <p:cNvSpPr>
            <a:spLocks noGrp="1"/>
          </p:cNvSpPr>
          <p:nvPr>
            <p:ph type="body" sz="quarter" idx="32" hasCustomPrompt="1"/>
          </p:nvPr>
        </p:nvSpPr>
        <p:spPr>
          <a:xfrm>
            <a:off x="3036160" y="4746922"/>
            <a:ext cx="377992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38" name="テキスト プレースホルダー 2">
            <a:extLst>
              <a:ext uri="{FF2B5EF4-FFF2-40B4-BE49-F238E27FC236}">
                <a16:creationId xmlns:a16="http://schemas.microsoft.com/office/drawing/2014/main" id="{3047061A-2B7C-461E-8289-ED99136E794C}"/>
              </a:ext>
            </a:extLst>
          </p:cNvPr>
          <p:cNvSpPr>
            <a:spLocks noGrp="1"/>
          </p:cNvSpPr>
          <p:nvPr>
            <p:ph type="body" sz="quarter" idx="35" hasCustomPrompt="1"/>
          </p:nvPr>
        </p:nvSpPr>
        <p:spPr>
          <a:xfrm>
            <a:off x="7536160" y="1550314"/>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1" name="テキスト プレースホルダー 2">
            <a:extLst>
              <a:ext uri="{FF2B5EF4-FFF2-40B4-BE49-F238E27FC236}">
                <a16:creationId xmlns:a16="http://schemas.microsoft.com/office/drawing/2014/main" id="{709DD37F-224A-4BAE-9956-71BB528C76ED}"/>
              </a:ext>
            </a:extLst>
          </p:cNvPr>
          <p:cNvSpPr>
            <a:spLocks noGrp="1"/>
          </p:cNvSpPr>
          <p:nvPr>
            <p:ph type="body" sz="quarter" idx="38" hasCustomPrompt="1"/>
          </p:nvPr>
        </p:nvSpPr>
        <p:spPr>
          <a:xfrm>
            <a:off x="7536160" y="235155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4" name="テキスト プレースホルダー 2">
            <a:extLst>
              <a:ext uri="{FF2B5EF4-FFF2-40B4-BE49-F238E27FC236}">
                <a16:creationId xmlns:a16="http://schemas.microsoft.com/office/drawing/2014/main" id="{FF7EEFFA-2809-4FF6-8BC1-114ADCE835B7}"/>
              </a:ext>
            </a:extLst>
          </p:cNvPr>
          <p:cNvSpPr>
            <a:spLocks noGrp="1"/>
          </p:cNvSpPr>
          <p:nvPr>
            <p:ph type="body" sz="quarter" idx="41" hasCustomPrompt="1"/>
          </p:nvPr>
        </p:nvSpPr>
        <p:spPr>
          <a:xfrm>
            <a:off x="7536160" y="3150008"/>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7" name="テキスト プレースホルダー 2">
            <a:extLst>
              <a:ext uri="{FF2B5EF4-FFF2-40B4-BE49-F238E27FC236}">
                <a16:creationId xmlns:a16="http://schemas.microsoft.com/office/drawing/2014/main" id="{704FB3F1-5B31-484D-B4F4-16B4EC025DFB}"/>
              </a:ext>
            </a:extLst>
          </p:cNvPr>
          <p:cNvSpPr>
            <a:spLocks noGrp="1"/>
          </p:cNvSpPr>
          <p:nvPr>
            <p:ph type="body" sz="quarter" idx="44" hasCustomPrompt="1"/>
          </p:nvPr>
        </p:nvSpPr>
        <p:spPr>
          <a:xfrm>
            <a:off x="7536160" y="3948465"/>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0" name="テキスト プレースホルダー 2">
            <a:extLst>
              <a:ext uri="{FF2B5EF4-FFF2-40B4-BE49-F238E27FC236}">
                <a16:creationId xmlns:a16="http://schemas.microsoft.com/office/drawing/2014/main" id="{C1F4E01A-3AE8-492F-8059-80608280B942}"/>
              </a:ext>
            </a:extLst>
          </p:cNvPr>
          <p:cNvSpPr>
            <a:spLocks noGrp="1"/>
          </p:cNvSpPr>
          <p:nvPr>
            <p:ph type="body" sz="quarter" idx="47" hasCustomPrompt="1"/>
          </p:nvPr>
        </p:nvSpPr>
        <p:spPr>
          <a:xfrm>
            <a:off x="7536160" y="474692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26" name="index">
            <a:extLst>
              <a:ext uri="{FF2B5EF4-FFF2-40B4-BE49-F238E27FC236}">
                <a16:creationId xmlns:a16="http://schemas.microsoft.com/office/drawing/2014/main" id="{6BB72FD5-47D0-4A7C-A533-558C3815C885}"/>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Tree>
    <p:extLst>
      <p:ext uri="{BB962C8B-B14F-4D97-AF65-F5344CB8AC3E}">
        <p14:creationId xmlns:p14="http://schemas.microsoft.com/office/powerpoint/2010/main" val="24299042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次（10章）_補足あり">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653E2FB4-7230-4394-948D-A156C3582E22}"/>
              </a:ext>
            </a:extLst>
          </p:cNvPr>
          <p:cNvSpPr>
            <a:spLocks noGrp="1"/>
          </p:cNvSpPr>
          <p:nvPr>
            <p:ph type="sldNum" sz="quarter" idx="42"/>
          </p:nvPr>
        </p:nvSpPr>
        <p:spPr/>
        <p:txBody>
          <a:bodyPr/>
          <a:lstStyle/>
          <a:p>
            <a:fld id="{982DF7F2-B14C-47C5-B9A4-9372430F170B}" type="slidenum">
              <a:rPr lang="ja-JP" altLang="en-US" smtClean="0"/>
              <a:pPr/>
              <a:t>‹#›</a:t>
            </a:fld>
            <a:endParaRPr lang="ja-JP" altLang="en-US"/>
          </a:p>
        </p:txBody>
      </p:sp>
      <p:pic>
        <p:nvPicPr>
          <p:cNvPr id="6" name="図 1">
            <a:extLst>
              <a:ext uri="{FF2B5EF4-FFF2-40B4-BE49-F238E27FC236}">
                <a16:creationId xmlns:a16="http://schemas.microsoft.com/office/drawing/2014/main" id="{89F6DD69-1EF9-4252-AEF8-FC73640103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4" name="正方形/長方形 1">
            <a:extLst>
              <a:ext uri="{FF2B5EF4-FFF2-40B4-BE49-F238E27FC236}">
                <a16:creationId xmlns:a16="http://schemas.microsoft.com/office/drawing/2014/main" id="{4E7988D1-402D-4FDC-BCF1-C50239DD55DA}"/>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5" name="タイトル 1">
            <a:extLst>
              <a:ext uri="{FF2B5EF4-FFF2-40B4-BE49-F238E27FC236}">
                <a16:creationId xmlns:a16="http://schemas.microsoft.com/office/drawing/2014/main" id="{9C258846-9494-4ADB-BF93-DE1791720BBC}"/>
              </a:ext>
            </a:extLst>
          </p:cNvPr>
          <p:cNvSpPr txBox="1">
            <a:spLocks/>
          </p:cNvSpPr>
          <p:nvPr userDrawn="1"/>
        </p:nvSpPr>
        <p:spPr>
          <a:xfrm>
            <a:off x="229303" y="1722489"/>
            <a:ext cx="1579744" cy="698784"/>
          </a:xfrm>
          <a:prstGeom prst="rect">
            <a:avLst/>
          </a:prstGeom>
        </p:spPr>
        <p:txBody>
          <a:bodyPr/>
          <a:lstStyle>
            <a:lvl1pPr algn="l" defTabSz="914377" rtl="0" eaLnBrk="1" latinLnBrk="0" hangingPunct="1">
              <a:lnSpc>
                <a:spcPct val="90000"/>
              </a:lnSpc>
              <a:spcBef>
                <a:spcPct val="0"/>
              </a:spcBef>
              <a:buNone/>
              <a:defRPr kumimoji="1" sz="3000" kern="1200">
                <a:solidFill>
                  <a:schemeClr val="accent1"/>
                </a:solidFill>
                <a:latin typeface="+mj-lt"/>
                <a:ea typeface="+mj-ea"/>
                <a:cs typeface="+mj-cs"/>
              </a:defRPr>
            </a:lvl1pPr>
          </a:lstStyle>
          <a:p>
            <a:r>
              <a:rPr lang="en-US" altLang="ja-JP" sz="3600" dirty="0">
                <a:solidFill>
                  <a:schemeClr val="bg1"/>
                </a:solidFill>
              </a:rPr>
              <a:t>Index</a:t>
            </a:r>
            <a:endParaRPr lang="ja-JP" altLang="en-US" sz="3600" dirty="0">
              <a:solidFill>
                <a:schemeClr val="bg1"/>
              </a:solidFill>
            </a:endParaRPr>
          </a:p>
        </p:txBody>
      </p:sp>
      <p:sp>
        <p:nvSpPr>
          <p:cNvPr id="101" name="テキスト プレースホルダー 3">
            <a:extLst>
              <a:ext uri="{FF2B5EF4-FFF2-40B4-BE49-F238E27FC236}">
                <a16:creationId xmlns:a16="http://schemas.microsoft.com/office/drawing/2014/main" id="{77611675-D208-4161-B077-36465CCA39F5}"/>
              </a:ext>
            </a:extLst>
          </p:cNvPr>
          <p:cNvSpPr>
            <a:spLocks noGrp="1"/>
          </p:cNvSpPr>
          <p:nvPr>
            <p:ph type="body" sz="quarter" idx="12" hasCustomPrompt="1"/>
          </p:nvPr>
        </p:nvSpPr>
        <p:spPr>
          <a:xfrm>
            <a:off x="3036160" y="1900082"/>
            <a:ext cx="3780000" cy="464038"/>
          </a:xfrm>
          <a:prstGeom prst="rect">
            <a:avLst/>
          </a:prstGeom>
        </p:spPr>
        <p:txBody>
          <a:bodyPr wrap="square">
            <a:noAutofit/>
          </a:bodyPr>
          <a:lstStyle>
            <a:lvl1pPr marL="0" marR="0" indent="0" algn="l" defTabSz="914377" rtl="0" eaLnBrk="1" fontAlgn="auto" latinLnBrk="0" hangingPunct="1">
              <a:lnSpc>
                <a:spcPts val="1500"/>
              </a:lnSpc>
              <a:spcBef>
                <a:spcPts val="0"/>
              </a:spcBef>
              <a:spcAft>
                <a:spcPts val="0"/>
              </a:spcAft>
              <a:buClrTx/>
              <a:buSzTx/>
              <a:buFont typeface="Arial" panose="020B0604020202020204" pitchFamily="34" charset="0"/>
              <a:buNone/>
              <a:tabLst/>
              <a:defRPr sz="1200">
                <a:solidFill>
                  <a:schemeClr val="tx1"/>
                </a:solidFill>
              </a:defRPr>
            </a:lvl1pPr>
            <a:lvl2pPr>
              <a:defRPr sz="2000"/>
            </a:lvl2pPr>
            <a:lvl3pPr>
              <a:defRPr sz="2000"/>
            </a:lvl3pPr>
            <a:lvl4pPr>
              <a:defRPr sz="2000"/>
            </a:lvl4pPr>
            <a:lvl5pPr>
              <a:defRPr sz="2000"/>
            </a:lvl5pPr>
          </a:lstStyle>
          <a:p>
            <a:pPr marL="0" marR="0" lvl="0" indent="0" algn="l" defTabSz="914377" rtl="0" eaLnBrk="1" fontAlgn="auto" latinLnBrk="0" hangingPunct="1">
              <a:lnSpc>
                <a:spcPts val="1500"/>
              </a:lnSpc>
              <a:spcBef>
                <a:spcPts val="0"/>
              </a:spcBef>
              <a:spcAft>
                <a:spcPts val="0"/>
              </a:spcAft>
              <a:buClrTx/>
              <a:buSzTx/>
              <a:buFont typeface="Arial" panose="020B0604020202020204" pitchFamily="34" charset="0"/>
              <a:buNone/>
              <a:tabLst/>
              <a:defRPr/>
            </a:pPr>
            <a:r>
              <a:rPr kumimoji="1" lang="ja-JP" altLang="en-US" dirty="0"/>
              <a:t>補足の文章が必要な場合はこちらに入れてください。</a:t>
            </a:r>
            <a:endParaRPr kumimoji="1" lang="en-US" altLang="ja-JP" dirty="0"/>
          </a:p>
          <a:p>
            <a:pPr marL="0" marR="0" lvl="0" indent="0" algn="l" defTabSz="914377" rtl="0" eaLnBrk="1" fontAlgn="auto" latinLnBrk="0" hangingPunct="1">
              <a:lnSpc>
                <a:spcPts val="1500"/>
              </a:lnSpc>
              <a:spcBef>
                <a:spcPts val="0"/>
              </a:spcBef>
              <a:spcAft>
                <a:spcPts val="0"/>
              </a:spcAft>
              <a:buClrTx/>
              <a:buSzTx/>
              <a:buFont typeface="Arial" panose="020B0604020202020204" pitchFamily="34" charset="0"/>
              <a:buNone/>
              <a:tabLst/>
              <a:defRPr/>
            </a:pPr>
            <a:endParaRPr kumimoji="1" lang="en-US" altLang="ja-JP" dirty="0"/>
          </a:p>
        </p:txBody>
      </p:sp>
      <p:sp>
        <p:nvSpPr>
          <p:cNvPr id="104" name="テキスト プレースホルダー 3">
            <a:extLst>
              <a:ext uri="{FF2B5EF4-FFF2-40B4-BE49-F238E27FC236}">
                <a16:creationId xmlns:a16="http://schemas.microsoft.com/office/drawing/2014/main" id="{AA3C1EDF-7174-4AFE-A558-C78BC9B981AF}"/>
              </a:ext>
            </a:extLst>
          </p:cNvPr>
          <p:cNvSpPr>
            <a:spLocks noGrp="1"/>
          </p:cNvSpPr>
          <p:nvPr>
            <p:ph type="body" sz="quarter" idx="15" hasCustomPrompt="1"/>
          </p:nvPr>
        </p:nvSpPr>
        <p:spPr>
          <a:xfrm>
            <a:off x="3036160" y="2845120"/>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dirty="0"/>
              <a:t>補足の文章が必要な場合はこちらに入れてください。</a:t>
            </a:r>
            <a:endParaRPr kumimoji="1" lang="en-US" altLang="ja-JP" dirty="0"/>
          </a:p>
          <a:p>
            <a:pPr lvl="0"/>
            <a:endParaRPr kumimoji="1" lang="ja-JP" altLang="en-US" dirty="0"/>
          </a:p>
        </p:txBody>
      </p:sp>
      <p:sp>
        <p:nvSpPr>
          <p:cNvPr id="107" name="テキスト プレースホルダー 3">
            <a:extLst>
              <a:ext uri="{FF2B5EF4-FFF2-40B4-BE49-F238E27FC236}">
                <a16:creationId xmlns:a16="http://schemas.microsoft.com/office/drawing/2014/main" id="{ED569C0C-212F-4F64-B32F-E2E4A996C430}"/>
              </a:ext>
            </a:extLst>
          </p:cNvPr>
          <p:cNvSpPr>
            <a:spLocks noGrp="1"/>
          </p:cNvSpPr>
          <p:nvPr>
            <p:ph type="body" sz="quarter" idx="18" hasCustomPrompt="1"/>
          </p:nvPr>
        </p:nvSpPr>
        <p:spPr>
          <a:xfrm>
            <a:off x="3036160" y="380486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10" name="テキスト プレースホルダー 3">
            <a:extLst>
              <a:ext uri="{FF2B5EF4-FFF2-40B4-BE49-F238E27FC236}">
                <a16:creationId xmlns:a16="http://schemas.microsoft.com/office/drawing/2014/main" id="{CDB4B8D4-38EE-4BE9-90FF-7FC80195C46F}"/>
              </a:ext>
            </a:extLst>
          </p:cNvPr>
          <p:cNvSpPr>
            <a:spLocks noGrp="1"/>
          </p:cNvSpPr>
          <p:nvPr>
            <p:ph type="body" sz="quarter" idx="21" hasCustomPrompt="1"/>
          </p:nvPr>
        </p:nvSpPr>
        <p:spPr>
          <a:xfrm>
            <a:off x="3036160" y="4751623"/>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48" name="テキスト プレースホルダー 3">
            <a:extLst>
              <a:ext uri="{FF2B5EF4-FFF2-40B4-BE49-F238E27FC236}">
                <a16:creationId xmlns:a16="http://schemas.microsoft.com/office/drawing/2014/main" id="{996558BC-532F-4425-AAC1-818B2285CB25}"/>
              </a:ext>
            </a:extLst>
          </p:cNvPr>
          <p:cNvSpPr>
            <a:spLocks noGrp="1"/>
          </p:cNvSpPr>
          <p:nvPr>
            <p:ph type="body" sz="quarter" idx="24" hasCustomPrompt="1"/>
          </p:nvPr>
        </p:nvSpPr>
        <p:spPr>
          <a:xfrm>
            <a:off x="3036160" y="564787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dirty="0"/>
              <a:t>補足の文章が必要な場合はこちらに入れてください。</a:t>
            </a:r>
            <a:endParaRPr kumimoji="1" lang="en-US" altLang="ja-JP" dirty="0"/>
          </a:p>
          <a:p>
            <a:pPr lvl="0"/>
            <a:endParaRPr kumimoji="1" lang="ja-JP" altLang="en-US" dirty="0"/>
          </a:p>
        </p:txBody>
      </p:sp>
      <p:sp>
        <p:nvSpPr>
          <p:cNvPr id="151" name="テキスト プレースホルダー 3">
            <a:extLst>
              <a:ext uri="{FF2B5EF4-FFF2-40B4-BE49-F238E27FC236}">
                <a16:creationId xmlns:a16="http://schemas.microsoft.com/office/drawing/2014/main" id="{430F4F5C-837C-4737-8E6E-1DC3D5C48291}"/>
              </a:ext>
            </a:extLst>
          </p:cNvPr>
          <p:cNvSpPr>
            <a:spLocks noGrp="1"/>
          </p:cNvSpPr>
          <p:nvPr>
            <p:ph type="body" sz="quarter" idx="27" hasCustomPrompt="1"/>
          </p:nvPr>
        </p:nvSpPr>
        <p:spPr>
          <a:xfrm>
            <a:off x="7531200" y="188751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dirty="0"/>
              <a:t>補足の文章が必要な場合はこちらに入れてください。</a:t>
            </a:r>
            <a:endParaRPr kumimoji="1" lang="en-US" altLang="ja-JP" dirty="0"/>
          </a:p>
          <a:p>
            <a:pPr lvl="0"/>
            <a:endParaRPr kumimoji="1" lang="ja-JP" altLang="en-US" dirty="0"/>
          </a:p>
        </p:txBody>
      </p:sp>
      <p:sp>
        <p:nvSpPr>
          <p:cNvPr id="154" name="テキスト プレースホルダー 3">
            <a:extLst>
              <a:ext uri="{FF2B5EF4-FFF2-40B4-BE49-F238E27FC236}">
                <a16:creationId xmlns:a16="http://schemas.microsoft.com/office/drawing/2014/main" id="{567933FA-67A8-4227-9369-7ED126D05FA8}"/>
              </a:ext>
            </a:extLst>
          </p:cNvPr>
          <p:cNvSpPr>
            <a:spLocks noGrp="1"/>
          </p:cNvSpPr>
          <p:nvPr>
            <p:ph type="body" sz="quarter" idx="30" hasCustomPrompt="1"/>
          </p:nvPr>
        </p:nvSpPr>
        <p:spPr>
          <a:xfrm>
            <a:off x="7531200" y="2833233"/>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57" name="テキスト プレースホルダー 3">
            <a:extLst>
              <a:ext uri="{FF2B5EF4-FFF2-40B4-BE49-F238E27FC236}">
                <a16:creationId xmlns:a16="http://schemas.microsoft.com/office/drawing/2014/main" id="{1EC88818-BD48-468A-BF09-674DE51B21A6}"/>
              </a:ext>
            </a:extLst>
          </p:cNvPr>
          <p:cNvSpPr>
            <a:spLocks noGrp="1"/>
          </p:cNvSpPr>
          <p:nvPr>
            <p:ph type="body" sz="quarter" idx="33" hasCustomPrompt="1"/>
          </p:nvPr>
        </p:nvSpPr>
        <p:spPr>
          <a:xfrm>
            <a:off x="7531200" y="379191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60" name="テキスト プレースホルダー 3">
            <a:extLst>
              <a:ext uri="{FF2B5EF4-FFF2-40B4-BE49-F238E27FC236}">
                <a16:creationId xmlns:a16="http://schemas.microsoft.com/office/drawing/2014/main" id="{46DDF193-5587-4207-8857-E80F3A1F3C01}"/>
              </a:ext>
            </a:extLst>
          </p:cNvPr>
          <p:cNvSpPr>
            <a:spLocks noGrp="1"/>
          </p:cNvSpPr>
          <p:nvPr>
            <p:ph type="body" sz="quarter" idx="36" hasCustomPrompt="1"/>
          </p:nvPr>
        </p:nvSpPr>
        <p:spPr>
          <a:xfrm>
            <a:off x="7531200" y="473871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163" name="テキスト プレースホルダー 3">
            <a:extLst>
              <a:ext uri="{FF2B5EF4-FFF2-40B4-BE49-F238E27FC236}">
                <a16:creationId xmlns:a16="http://schemas.microsoft.com/office/drawing/2014/main" id="{E9FB1D9C-FAF4-46EB-A9FB-F723BF240817}"/>
              </a:ext>
            </a:extLst>
          </p:cNvPr>
          <p:cNvSpPr>
            <a:spLocks noGrp="1"/>
          </p:cNvSpPr>
          <p:nvPr>
            <p:ph type="body" sz="quarter" idx="39" hasCustomPrompt="1"/>
          </p:nvPr>
        </p:nvSpPr>
        <p:spPr>
          <a:xfrm>
            <a:off x="7531200" y="5647874"/>
            <a:ext cx="3780000" cy="464038"/>
          </a:xfrm>
          <a:prstGeom prst="rect">
            <a:avLst/>
          </a:prstGeom>
        </p:spPr>
        <p:txBody>
          <a:bodyPr wrap="square">
            <a:noAutofit/>
          </a:bodyPr>
          <a:lstStyle>
            <a:lvl1pPr algn="l">
              <a:lnSpc>
                <a:spcPts val="1500"/>
              </a:lnSpc>
              <a:spcBef>
                <a:spcPts val="0"/>
              </a:spcBef>
              <a:defRPr sz="1200">
                <a:solidFill>
                  <a:schemeClr val="tx1"/>
                </a:solidFill>
              </a:defRPr>
            </a:lvl1pPr>
            <a:lvl2pPr>
              <a:defRPr sz="2000"/>
            </a:lvl2pPr>
            <a:lvl3pPr>
              <a:defRPr sz="2000"/>
            </a:lvl3pPr>
            <a:lvl4pPr>
              <a:defRPr sz="2000"/>
            </a:lvl4pPr>
            <a:lvl5pPr>
              <a:defRPr sz="2000"/>
            </a:lvl5pPr>
          </a:lstStyle>
          <a:p>
            <a:pPr lvl="0"/>
            <a:r>
              <a:rPr kumimoji="1" lang="ja-JP" altLang="en-US"/>
              <a:t>補足の文章が必要な場合はこちらに入れてください。</a:t>
            </a:r>
            <a:endParaRPr kumimoji="1" lang="en-US" altLang="ja-JP"/>
          </a:p>
          <a:p>
            <a:pPr lvl="0"/>
            <a:endParaRPr kumimoji="1" lang="ja-JP" altLang="en-US"/>
          </a:p>
        </p:txBody>
      </p:sp>
      <p:sp>
        <p:nvSpPr>
          <p:cNvPr id="36" name="テキスト プレースホルダー 1">
            <a:extLst>
              <a:ext uri="{FF2B5EF4-FFF2-40B4-BE49-F238E27FC236}">
                <a16:creationId xmlns:a16="http://schemas.microsoft.com/office/drawing/2014/main" id="{4160C284-D432-4300-978B-1DC82F3EB454}"/>
              </a:ext>
            </a:extLst>
          </p:cNvPr>
          <p:cNvSpPr>
            <a:spLocks noGrp="1"/>
          </p:cNvSpPr>
          <p:nvPr>
            <p:ph type="body" sz="quarter" idx="10" hasCustomPrompt="1"/>
          </p:nvPr>
        </p:nvSpPr>
        <p:spPr>
          <a:xfrm>
            <a:off x="2565811" y="1550314"/>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37" name="テキスト プレースホルダー 1">
            <a:extLst>
              <a:ext uri="{FF2B5EF4-FFF2-40B4-BE49-F238E27FC236}">
                <a16:creationId xmlns:a16="http://schemas.microsoft.com/office/drawing/2014/main" id="{DB07DE29-75AD-4A24-B045-D064D9153579}"/>
              </a:ext>
            </a:extLst>
          </p:cNvPr>
          <p:cNvSpPr>
            <a:spLocks noGrp="1"/>
          </p:cNvSpPr>
          <p:nvPr>
            <p:ph type="body" sz="quarter" idx="13" hasCustomPrompt="1"/>
          </p:nvPr>
        </p:nvSpPr>
        <p:spPr>
          <a:xfrm>
            <a:off x="2565811" y="2492896"/>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38" name="テキスト プレースホルダー 1">
            <a:extLst>
              <a:ext uri="{FF2B5EF4-FFF2-40B4-BE49-F238E27FC236}">
                <a16:creationId xmlns:a16="http://schemas.microsoft.com/office/drawing/2014/main" id="{94B56440-66B4-436E-B422-344B6F0B50D7}"/>
              </a:ext>
            </a:extLst>
          </p:cNvPr>
          <p:cNvSpPr>
            <a:spLocks noGrp="1"/>
          </p:cNvSpPr>
          <p:nvPr>
            <p:ph type="body" sz="quarter" idx="16" hasCustomPrompt="1"/>
          </p:nvPr>
        </p:nvSpPr>
        <p:spPr>
          <a:xfrm>
            <a:off x="2565811" y="344448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39" name="テキスト プレースホルダー 1">
            <a:extLst>
              <a:ext uri="{FF2B5EF4-FFF2-40B4-BE49-F238E27FC236}">
                <a16:creationId xmlns:a16="http://schemas.microsoft.com/office/drawing/2014/main" id="{50E0995B-F2FA-424E-B4B2-6A391D09200E}"/>
              </a:ext>
            </a:extLst>
          </p:cNvPr>
          <p:cNvSpPr>
            <a:spLocks noGrp="1"/>
          </p:cNvSpPr>
          <p:nvPr>
            <p:ph type="body" sz="quarter" idx="19" hasCustomPrompt="1"/>
          </p:nvPr>
        </p:nvSpPr>
        <p:spPr>
          <a:xfrm>
            <a:off x="2565811" y="437460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0" name="テキスト プレースホルダー 1">
            <a:extLst>
              <a:ext uri="{FF2B5EF4-FFF2-40B4-BE49-F238E27FC236}">
                <a16:creationId xmlns:a16="http://schemas.microsoft.com/office/drawing/2014/main" id="{FF67AF05-2921-4163-9857-BE41DF54C65F}"/>
              </a:ext>
            </a:extLst>
          </p:cNvPr>
          <p:cNvSpPr>
            <a:spLocks noGrp="1"/>
          </p:cNvSpPr>
          <p:nvPr>
            <p:ph type="body" sz="quarter" idx="22" hasCustomPrompt="1"/>
          </p:nvPr>
        </p:nvSpPr>
        <p:spPr>
          <a:xfrm>
            <a:off x="2565811" y="5304728"/>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1" name="テキスト プレースホルダー 1">
            <a:extLst>
              <a:ext uri="{FF2B5EF4-FFF2-40B4-BE49-F238E27FC236}">
                <a16:creationId xmlns:a16="http://schemas.microsoft.com/office/drawing/2014/main" id="{24D6B509-B151-468E-ABBE-84B9C0F0EB5D}"/>
              </a:ext>
            </a:extLst>
          </p:cNvPr>
          <p:cNvSpPr>
            <a:spLocks noGrp="1"/>
          </p:cNvSpPr>
          <p:nvPr>
            <p:ph type="body" sz="quarter" idx="25" hasCustomPrompt="1"/>
          </p:nvPr>
        </p:nvSpPr>
        <p:spPr>
          <a:xfrm>
            <a:off x="7050051" y="1550314"/>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2" name="テキスト プレースホルダー 1">
            <a:extLst>
              <a:ext uri="{FF2B5EF4-FFF2-40B4-BE49-F238E27FC236}">
                <a16:creationId xmlns:a16="http://schemas.microsoft.com/office/drawing/2014/main" id="{B28EEDBA-4B3B-4317-A197-8FAFFFDA62D9}"/>
              </a:ext>
            </a:extLst>
          </p:cNvPr>
          <p:cNvSpPr>
            <a:spLocks noGrp="1"/>
          </p:cNvSpPr>
          <p:nvPr>
            <p:ph type="body" sz="quarter" idx="28" hasCustomPrompt="1"/>
          </p:nvPr>
        </p:nvSpPr>
        <p:spPr>
          <a:xfrm>
            <a:off x="7050051" y="2492896"/>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3" name="テキスト プレースホルダー 1">
            <a:extLst>
              <a:ext uri="{FF2B5EF4-FFF2-40B4-BE49-F238E27FC236}">
                <a16:creationId xmlns:a16="http://schemas.microsoft.com/office/drawing/2014/main" id="{F2B7F4AD-9179-4656-9188-330478F03454}"/>
              </a:ext>
            </a:extLst>
          </p:cNvPr>
          <p:cNvSpPr>
            <a:spLocks noGrp="1"/>
          </p:cNvSpPr>
          <p:nvPr>
            <p:ph type="body" sz="quarter" idx="31" hasCustomPrompt="1"/>
          </p:nvPr>
        </p:nvSpPr>
        <p:spPr>
          <a:xfrm>
            <a:off x="7050051" y="3444482"/>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4" name="テキスト プレースホルダー 1">
            <a:extLst>
              <a:ext uri="{FF2B5EF4-FFF2-40B4-BE49-F238E27FC236}">
                <a16:creationId xmlns:a16="http://schemas.microsoft.com/office/drawing/2014/main" id="{4806C906-5EB2-4E3F-8382-C8CE063698C8}"/>
              </a:ext>
            </a:extLst>
          </p:cNvPr>
          <p:cNvSpPr>
            <a:spLocks noGrp="1"/>
          </p:cNvSpPr>
          <p:nvPr>
            <p:ph type="body" sz="quarter" idx="34" hasCustomPrompt="1"/>
          </p:nvPr>
        </p:nvSpPr>
        <p:spPr>
          <a:xfrm>
            <a:off x="7050051" y="4374605"/>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5" name="テキスト プレースホルダー 1">
            <a:extLst>
              <a:ext uri="{FF2B5EF4-FFF2-40B4-BE49-F238E27FC236}">
                <a16:creationId xmlns:a16="http://schemas.microsoft.com/office/drawing/2014/main" id="{4BCF4456-B944-4ABF-B434-1A3316198473}"/>
              </a:ext>
            </a:extLst>
          </p:cNvPr>
          <p:cNvSpPr>
            <a:spLocks noGrp="1"/>
          </p:cNvSpPr>
          <p:nvPr>
            <p:ph type="body" sz="quarter" idx="37" hasCustomPrompt="1"/>
          </p:nvPr>
        </p:nvSpPr>
        <p:spPr>
          <a:xfrm>
            <a:off x="7048720" y="5304728"/>
            <a:ext cx="583814" cy="399600"/>
          </a:xfrm>
          <a:prstGeom prst="rect">
            <a:avLst/>
          </a:prstGeom>
        </p:spPr>
        <p:txBody>
          <a:bodyPr wrap="none">
            <a:spAutoFit/>
          </a:bodyPr>
          <a:lstStyle>
            <a:lvl1pPr algn="r">
              <a:lnSpc>
                <a:spcPct val="100000"/>
              </a:lnSpc>
              <a:spcBef>
                <a:spcPts val="0"/>
              </a:spcBef>
              <a:defRPr sz="2000">
                <a:solidFill>
                  <a:schemeClr val="accent1"/>
                </a:solidFill>
              </a:defRPr>
            </a:lvl1pPr>
            <a:lvl2pPr>
              <a:defRPr sz="2000"/>
            </a:lvl2pPr>
            <a:lvl3pPr>
              <a:defRPr sz="2000"/>
            </a:lvl3pPr>
            <a:lvl4pPr>
              <a:defRPr sz="2000"/>
            </a:lvl4pPr>
            <a:lvl5pPr>
              <a:defRPr sz="2000"/>
            </a:lvl5pPr>
          </a:lstStyle>
          <a:p>
            <a:pPr lvl="0"/>
            <a:r>
              <a:rPr kumimoji="1" lang="en-US" altLang="ja-JP" dirty="0"/>
              <a:t>No.</a:t>
            </a:r>
            <a:endParaRPr kumimoji="1" lang="ja-JP" altLang="en-US" dirty="0"/>
          </a:p>
        </p:txBody>
      </p:sp>
      <p:sp>
        <p:nvSpPr>
          <p:cNvPr id="46" name="テキスト プレースホルダー 2">
            <a:extLst>
              <a:ext uri="{FF2B5EF4-FFF2-40B4-BE49-F238E27FC236}">
                <a16:creationId xmlns:a16="http://schemas.microsoft.com/office/drawing/2014/main" id="{115B7CB4-208E-4DA6-9065-55E2D171BA9E}"/>
              </a:ext>
            </a:extLst>
          </p:cNvPr>
          <p:cNvSpPr>
            <a:spLocks noGrp="1"/>
          </p:cNvSpPr>
          <p:nvPr>
            <p:ph type="body" sz="quarter" idx="11" hasCustomPrompt="1"/>
          </p:nvPr>
        </p:nvSpPr>
        <p:spPr>
          <a:xfrm>
            <a:off x="3036160" y="1550314"/>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7" name="テキスト プレースホルダー 2">
            <a:extLst>
              <a:ext uri="{FF2B5EF4-FFF2-40B4-BE49-F238E27FC236}">
                <a16:creationId xmlns:a16="http://schemas.microsoft.com/office/drawing/2014/main" id="{ACF08181-590A-46B8-9498-504B64C96787}"/>
              </a:ext>
            </a:extLst>
          </p:cNvPr>
          <p:cNvSpPr>
            <a:spLocks noGrp="1"/>
          </p:cNvSpPr>
          <p:nvPr>
            <p:ph type="body" sz="quarter" idx="23" hasCustomPrompt="1"/>
          </p:nvPr>
        </p:nvSpPr>
        <p:spPr>
          <a:xfrm>
            <a:off x="3036160" y="2492896"/>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48" name="テキスト プレースホルダー 2">
            <a:extLst>
              <a:ext uri="{FF2B5EF4-FFF2-40B4-BE49-F238E27FC236}">
                <a16:creationId xmlns:a16="http://schemas.microsoft.com/office/drawing/2014/main" id="{E13B2CD3-268F-443E-AC84-0C0221B37FDD}"/>
              </a:ext>
            </a:extLst>
          </p:cNvPr>
          <p:cNvSpPr>
            <a:spLocks noGrp="1"/>
          </p:cNvSpPr>
          <p:nvPr>
            <p:ph type="body" sz="quarter" idx="26" hasCustomPrompt="1"/>
          </p:nvPr>
        </p:nvSpPr>
        <p:spPr>
          <a:xfrm>
            <a:off x="3036160" y="344448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a:t>目次サンプル</a:t>
            </a:r>
          </a:p>
        </p:txBody>
      </p:sp>
      <p:sp>
        <p:nvSpPr>
          <p:cNvPr id="49" name="テキスト プレースホルダー 2">
            <a:extLst>
              <a:ext uri="{FF2B5EF4-FFF2-40B4-BE49-F238E27FC236}">
                <a16:creationId xmlns:a16="http://schemas.microsoft.com/office/drawing/2014/main" id="{9E728612-87FF-4242-BBD2-B23F100AEC02}"/>
              </a:ext>
            </a:extLst>
          </p:cNvPr>
          <p:cNvSpPr>
            <a:spLocks noGrp="1"/>
          </p:cNvSpPr>
          <p:nvPr>
            <p:ph type="body" sz="quarter" idx="29" hasCustomPrompt="1"/>
          </p:nvPr>
        </p:nvSpPr>
        <p:spPr>
          <a:xfrm>
            <a:off x="3036160" y="4374605"/>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0" name="テキスト プレースホルダー 2">
            <a:extLst>
              <a:ext uri="{FF2B5EF4-FFF2-40B4-BE49-F238E27FC236}">
                <a16:creationId xmlns:a16="http://schemas.microsoft.com/office/drawing/2014/main" id="{80D2EB15-EA38-4A26-B00D-97A91F2C8E23}"/>
              </a:ext>
            </a:extLst>
          </p:cNvPr>
          <p:cNvSpPr>
            <a:spLocks noGrp="1"/>
          </p:cNvSpPr>
          <p:nvPr>
            <p:ph type="body" sz="quarter" idx="32" hasCustomPrompt="1"/>
          </p:nvPr>
        </p:nvSpPr>
        <p:spPr>
          <a:xfrm>
            <a:off x="3036160" y="5304728"/>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a:t>目次サンプル</a:t>
            </a:r>
          </a:p>
        </p:txBody>
      </p:sp>
      <p:sp>
        <p:nvSpPr>
          <p:cNvPr id="51" name="テキスト プレースホルダー 2">
            <a:extLst>
              <a:ext uri="{FF2B5EF4-FFF2-40B4-BE49-F238E27FC236}">
                <a16:creationId xmlns:a16="http://schemas.microsoft.com/office/drawing/2014/main" id="{3047061A-2B7C-461E-8289-ED99136E794C}"/>
              </a:ext>
            </a:extLst>
          </p:cNvPr>
          <p:cNvSpPr>
            <a:spLocks noGrp="1"/>
          </p:cNvSpPr>
          <p:nvPr>
            <p:ph type="body" sz="quarter" idx="35" hasCustomPrompt="1"/>
          </p:nvPr>
        </p:nvSpPr>
        <p:spPr>
          <a:xfrm>
            <a:off x="7531200" y="1550314"/>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2" name="テキスト プレースホルダー 2">
            <a:extLst>
              <a:ext uri="{FF2B5EF4-FFF2-40B4-BE49-F238E27FC236}">
                <a16:creationId xmlns:a16="http://schemas.microsoft.com/office/drawing/2014/main" id="{709DD37F-224A-4BAE-9956-71BB528C76ED}"/>
              </a:ext>
            </a:extLst>
          </p:cNvPr>
          <p:cNvSpPr>
            <a:spLocks noGrp="1"/>
          </p:cNvSpPr>
          <p:nvPr>
            <p:ph type="body" sz="quarter" idx="38" hasCustomPrompt="1"/>
          </p:nvPr>
        </p:nvSpPr>
        <p:spPr>
          <a:xfrm>
            <a:off x="7531200" y="2492896"/>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3" name="テキスト プレースホルダー 2">
            <a:extLst>
              <a:ext uri="{FF2B5EF4-FFF2-40B4-BE49-F238E27FC236}">
                <a16:creationId xmlns:a16="http://schemas.microsoft.com/office/drawing/2014/main" id="{FF7EEFFA-2809-4FF6-8BC1-114ADCE835B7}"/>
              </a:ext>
            </a:extLst>
          </p:cNvPr>
          <p:cNvSpPr>
            <a:spLocks noGrp="1"/>
          </p:cNvSpPr>
          <p:nvPr>
            <p:ph type="body" sz="quarter" idx="41" hasCustomPrompt="1"/>
          </p:nvPr>
        </p:nvSpPr>
        <p:spPr>
          <a:xfrm>
            <a:off x="7531200" y="3444482"/>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4" name="テキスト プレースホルダー 2">
            <a:extLst>
              <a:ext uri="{FF2B5EF4-FFF2-40B4-BE49-F238E27FC236}">
                <a16:creationId xmlns:a16="http://schemas.microsoft.com/office/drawing/2014/main" id="{704FB3F1-5B31-484D-B4F4-16B4EC025DFB}"/>
              </a:ext>
            </a:extLst>
          </p:cNvPr>
          <p:cNvSpPr>
            <a:spLocks noGrp="1"/>
          </p:cNvSpPr>
          <p:nvPr>
            <p:ph type="body" sz="quarter" idx="44" hasCustomPrompt="1"/>
          </p:nvPr>
        </p:nvSpPr>
        <p:spPr>
          <a:xfrm>
            <a:off x="7531200" y="4374605"/>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5" name="テキスト プレースホルダー 2">
            <a:extLst>
              <a:ext uri="{FF2B5EF4-FFF2-40B4-BE49-F238E27FC236}">
                <a16:creationId xmlns:a16="http://schemas.microsoft.com/office/drawing/2014/main" id="{C1F4E01A-3AE8-492F-8059-80608280B942}"/>
              </a:ext>
            </a:extLst>
          </p:cNvPr>
          <p:cNvSpPr>
            <a:spLocks noGrp="1"/>
          </p:cNvSpPr>
          <p:nvPr>
            <p:ph type="body" sz="quarter" idx="47" hasCustomPrompt="1"/>
          </p:nvPr>
        </p:nvSpPr>
        <p:spPr>
          <a:xfrm>
            <a:off x="7531200" y="5304728"/>
            <a:ext cx="3780000" cy="399600"/>
          </a:xfrm>
          <a:prstGeom prst="rect">
            <a:avLst/>
          </a:prstGeom>
        </p:spPr>
        <p:txBody>
          <a:bodyPr wrap="none">
            <a:noAutofit/>
          </a:bodyPr>
          <a:lstStyle>
            <a:lvl1pPr>
              <a:lnSpc>
                <a:spcPct val="100000"/>
              </a:lnSpc>
              <a:spcBef>
                <a:spcPts val="0"/>
              </a:spcBef>
              <a:tabLst>
                <a:tab pos="2508250" algn="l"/>
              </a:tabLst>
              <a:defRPr sz="2000" baseline="0">
                <a:solidFill>
                  <a:schemeClr val="accent1"/>
                </a:solidFill>
                <a:latin typeface="+mj-lt"/>
                <a:ea typeface="+mj-ea"/>
              </a:defRPr>
            </a:lvl1pPr>
          </a:lstStyle>
          <a:p>
            <a:pPr lvl="0"/>
            <a:r>
              <a:rPr kumimoji="1" lang="ja-JP" altLang="en-US" dirty="0"/>
              <a:t>目次サンプル</a:t>
            </a:r>
          </a:p>
        </p:txBody>
      </p:sp>
      <p:sp>
        <p:nvSpPr>
          <p:cNvPr id="56" name="index">
            <a:extLst>
              <a:ext uri="{FF2B5EF4-FFF2-40B4-BE49-F238E27FC236}">
                <a16:creationId xmlns:a16="http://schemas.microsoft.com/office/drawing/2014/main" id="{54D542B4-425E-47FE-A781-1C7D6585630E}"/>
              </a:ext>
            </a:extLst>
          </p:cNvPr>
          <p:cNvSpPr txBox="1"/>
          <p:nvPr userDrawn="1"/>
        </p:nvSpPr>
        <p:spPr>
          <a:xfrm>
            <a:off x="229303" y="1721128"/>
            <a:ext cx="1313180" cy="590931"/>
          </a:xfrm>
          <a:prstGeom prst="rect">
            <a:avLst/>
          </a:prstGeom>
        </p:spPr>
        <p:txBody>
          <a:bodyPr/>
          <a:lstStyle>
            <a:defPPr>
              <a:defRPr lang="ja-JP"/>
            </a:defPPr>
            <a:lvl1pPr>
              <a:lnSpc>
                <a:spcPct val="90000"/>
              </a:lnSpc>
              <a:spcBef>
                <a:spcPct val="0"/>
              </a:spcBef>
              <a:buNone/>
              <a:defRPr sz="3600">
                <a:solidFill>
                  <a:schemeClr val="bg1"/>
                </a:solidFill>
                <a:latin typeface="+mj-lt"/>
                <a:ea typeface="+mj-ea"/>
                <a:cs typeface="+mj-cs"/>
              </a:defRPr>
            </a:lvl1pPr>
          </a:lstStyle>
          <a:p>
            <a:pPr lvl="0"/>
            <a:r>
              <a:rPr lang="en-US" altLang="ja-JP"/>
              <a:t>Index</a:t>
            </a:r>
            <a:endParaRPr lang="ja-JP" altLang="en-US"/>
          </a:p>
        </p:txBody>
      </p:sp>
    </p:spTree>
    <p:extLst>
      <p:ext uri="{BB962C8B-B14F-4D97-AF65-F5344CB8AC3E}">
        <p14:creationId xmlns:p14="http://schemas.microsoft.com/office/powerpoint/2010/main" val="19783636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扉1">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F82BBF1F-EC32-4EE1-A178-FA19CC18B37E}"/>
              </a:ext>
            </a:extLst>
          </p:cNvPr>
          <p:cNvSpPr>
            <a:spLocks noGrp="1"/>
          </p:cNvSpPr>
          <p:nvPr>
            <p:ph type="sldNum" sz="quarter" idx="17"/>
          </p:nvPr>
        </p:nvSpPr>
        <p:spPr/>
        <p:txBody>
          <a:bodyPr/>
          <a:lstStyle/>
          <a:p>
            <a:fld id="{982DF7F2-B14C-47C5-B9A4-9372430F170B}" type="slidenum">
              <a:rPr lang="ja-JP" altLang="en-US" smtClean="0"/>
              <a:pPr/>
              <a:t>‹#›</a:t>
            </a:fld>
            <a:endParaRPr lang="ja-JP" altLang="en-US"/>
          </a:p>
        </p:txBody>
      </p:sp>
      <p:pic>
        <p:nvPicPr>
          <p:cNvPr id="12" name="図 1">
            <a:extLst>
              <a:ext uri="{FF2B5EF4-FFF2-40B4-BE49-F238E27FC236}">
                <a16:creationId xmlns:a16="http://schemas.microsoft.com/office/drawing/2014/main" id="{BEB62B42-D470-44B9-8B80-943EDED7AFA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11" name="正方形/長方形 1">
            <a:extLst>
              <a:ext uri="{FF2B5EF4-FFF2-40B4-BE49-F238E27FC236}">
                <a16:creationId xmlns:a16="http://schemas.microsoft.com/office/drawing/2014/main" id="{550E9F67-330E-4E7A-B689-D4087984A852}"/>
              </a:ext>
            </a:extLst>
          </p:cNvPr>
          <p:cNvSpPr/>
          <p:nvPr userDrawn="1"/>
        </p:nvSpPr>
        <p:spPr>
          <a:xfrm>
            <a:off x="1" y="1629793"/>
            <a:ext cx="2340000" cy="3419387"/>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テキスト プレースホルダー">
            <a:extLst>
              <a:ext uri="{FF2B5EF4-FFF2-40B4-BE49-F238E27FC236}">
                <a16:creationId xmlns:a16="http://schemas.microsoft.com/office/drawing/2014/main" id="{3F123B22-4945-45C1-8878-C48CB3FF3691}"/>
              </a:ext>
            </a:extLst>
          </p:cNvPr>
          <p:cNvSpPr>
            <a:spLocks noGrp="1"/>
          </p:cNvSpPr>
          <p:nvPr>
            <p:ph type="body" sz="quarter" idx="13" hasCustomPrompt="1"/>
          </p:nvPr>
        </p:nvSpPr>
        <p:spPr>
          <a:xfrm>
            <a:off x="3916800" y="4049637"/>
            <a:ext cx="6310800" cy="603499"/>
          </a:xfrm>
          <a:prstGeom prst="rect">
            <a:avLst/>
          </a:prstGeom>
        </p:spPr>
        <p:txBody>
          <a:bodyPr>
            <a:noAutofit/>
          </a:bodyPr>
          <a:lstStyle>
            <a:lvl1pPr>
              <a:lnSpc>
                <a:spcPts val="2100"/>
              </a:lnSpc>
              <a:spcBef>
                <a:spcPts val="0"/>
              </a:spcBef>
              <a:defRPr sz="1400" baseline="0">
                <a:solidFill>
                  <a:schemeClr val="tx1"/>
                </a:solidFill>
              </a:defRPr>
            </a:lvl1pPr>
          </a:lstStyle>
          <a:p>
            <a:pPr lvl="0"/>
            <a:r>
              <a:rPr kumimoji="1" lang="ja-JP" altLang="en-US" dirty="0"/>
              <a:t>補足の文章が必要な場合はこちらに入れてください。</a:t>
            </a:r>
            <a:endParaRPr kumimoji="1" lang="en-US" altLang="ja-JP" dirty="0"/>
          </a:p>
          <a:p>
            <a:pPr lvl="0"/>
            <a:r>
              <a:rPr kumimoji="1" lang="ja-JP" altLang="en-US" dirty="0"/>
              <a:t>補足の文章はマストではなく、必要ない場合は記載不要です。</a:t>
            </a:r>
          </a:p>
        </p:txBody>
      </p:sp>
      <p:sp>
        <p:nvSpPr>
          <p:cNvPr id="3" name="テキスト プレースホルダー">
            <a:extLst>
              <a:ext uri="{FF2B5EF4-FFF2-40B4-BE49-F238E27FC236}">
                <a16:creationId xmlns:a16="http://schemas.microsoft.com/office/drawing/2014/main" id="{AC9A7BC8-3CE4-4D3D-89A2-661C6C9B1ED4}"/>
              </a:ext>
            </a:extLst>
          </p:cNvPr>
          <p:cNvSpPr>
            <a:spLocks noGrp="1"/>
          </p:cNvSpPr>
          <p:nvPr>
            <p:ph type="body" sz="quarter" idx="14" hasCustomPrompt="1"/>
          </p:nvPr>
        </p:nvSpPr>
        <p:spPr>
          <a:xfrm>
            <a:off x="1228388" y="2854677"/>
            <a:ext cx="902812" cy="646331"/>
          </a:xfrm>
          <a:prstGeom prst="rect">
            <a:avLst/>
          </a:prstGeom>
        </p:spPr>
        <p:txBody>
          <a:bodyPr wrap="none">
            <a:spAutoFit/>
          </a:bodyPr>
          <a:lstStyle>
            <a:lvl1pPr algn="r">
              <a:lnSpc>
                <a:spcPct val="100000"/>
              </a:lnSpc>
              <a:spcBef>
                <a:spcPts val="0"/>
              </a:spcBef>
              <a:defRPr sz="3600" baseline="0">
                <a:solidFill>
                  <a:schemeClr val="bg1"/>
                </a:solidFill>
                <a:latin typeface="+mj-lt"/>
                <a:ea typeface="+mj-ea"/>
              </a:defRPr>
            </a:lvl1pPr>
          </a:lstStyle>
          <a:p>
            <a:pPr lvl="0"/>
            <a:r>
              <a:rPr kumimoji="1" lang="en-US" altLang="ja-JP" dirty="0"/>
              <a:t>No.</a:t>
            </a:r>
            <a:endParaRPr kumimoji="1" lang="ja-JP" altLang="en-US" dirty="0"/>
          </a:p>
        </p:txBody>
      </p:sp>
      <p:sp>
        <p:nvSpPr>
          <p:cNvPr id="2" name="タイトル">
            <a:extLst>
              <a:ext uri="{FF2B5EF4-FFF2-40B4-BE49-F238E27FC236}">
                <a16:creationId xmlns:a16="http://schemas.microsoft.com/office/drawing/2014/main" id="{BCA8A541-35E9-4DDF-86AB-05534AA31550}"/>
              </a:ext>
            </a:extLst>
          </p:cNvPr>
          <p:cNvSpPr>
            <a:spLocks noGrp="1"/>
          </p:cNvSpPr>
          <p:nvPr>
            <p:ph type="title" hasCustomPrompt="1"/>
          </p:nvPr>
        </p:nvSpPr>
        <p:spPr>
          <a:xfrm>
            <a:off x="3916800" y="2888940"/>
            <a:ext cx="6310800" cy="1118255"/>
          </a:xfrm>
        </p:spPr>
        <p:txBody>
          <a:bodyPr vert="horz" wrap="square" lIns="91440" tIns="45720" rIns="91440" bIns="45720" rtlCol="0" anchor="t">
            <a:noAutofit/>
          </a:bodyPr>
          <a:lstStyle>
            <a:lvl1pPr>
              <a:defRPr lang="ja-JP" altLang="en-US" sz="3600"/>
            </a:lvl1pPr>
          </a:lstStyle>
          <a:p>
            <a:pPr marL="0" lvl="0" indent="0" defTabSz="914400">
              <a:lnSpc>
                <a:spcPts val="4000"/>
              </a:lnSpc>
              <a:spcBef>
                <a:spcPct val="0"/>
              </a:spcBef>
              <a:buFont typeface="Arial" panose="020B0604020202020204" pitchFamily="34" charset="0"/>
            </a:pPr>
            <a:r>
              <a:rPr kumimoji="1" lang="ja-JP" altLang="en-US"/>
              <a:t>タイトルサンプル</a:t>
            </a:r>
          </a:p>
        </p:txBody>
      </p:sp>
    </p:spTree>
    <p:extLst>
      <p:ext uri="{BB962C8B-B14F-4D97-AF65-F5344CB8AC3E}">
        <p14:creationId xmlns:p14="http://schemas.microsoft.com/office/powerpoint/2010/main" val="3663010748"/>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扉3">
    <p:bg>
      <p:bgPr>
        <a:solidFill>
          <a:schemeClr val="accent2"/>
        </a:solidFill>
        <a:effectLst/>
      </p:bgPr>
    </p:bg>
    <p:spTree>
      <p:nvGrpSpPr>
        <p:cNvPr id="1" name=""/>
        <p:cNvGrpSpPr/>
        <p:nvPr/>
      </p:nvGrpSpPr>
      <p:grpSpPr>
        <a:xfrm>
          <a:off x="0" y="0"/>
          <a:ext cx="0" cy="0"/>
          <a:chOff x="0" y="0"/>
          <a:chExt cx="0" cy="0"/>
        </a:xfrm>
      </p:grpSpPr>
      <p:pic>
        <p:nvPicPr>
          <p:cNvPr id="16" name="図 2">
            <a:extLst>
              <a:ext uri="{FF2B5EF4-FFF2-40B4-BE49-F238E27FC236}">
                <a16:creationId xmlns:a16="http://schemas.microsoft.com/office/drawing/2014/main" id="{A1BC2CCC-63DB-4B3F-B65C-494B50C0E6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86971" y="152636"/>
            <a:ext cx="1749689" cy="558380"/>
          </a:xfrm>
          <a:prstGeom prst="rect">
            <a:avLst/>
          </a:prstGeom>
        </p:spPr>
      </p:pic>
      <p:sp>
        <p:nvSpPr>
          <p:cNvPr id="3" name="テキスト プレースホルダー 2">
            <a:extLst>
              <a:ext uri="{FF2B5EF4-FFF2-40B4-BE49-F238E27FC236}">
                <a16:creationId xmlns:a16="http://schemas.microsoft.com/office/drawing/2014/main" id="{AC9A7BC8-3CE4-4D3D-89A2-661C6C9B1ED4}"/>
              </a:ext>
            </a:extLst>
          </p:cNvPr>
          <p:cNvSpPr>
            <a:spLocks noGrp="1"/>
          </p:cNvSpPr>
          <p:nvPr>
            <p:ph type="body" sz="quarter" idx="14" hasCustomPrompt="1"/>
          </p:nvPr>
        </p:nvSpPr>
        <p:spPr>
          <a:xfrm>
            <a:off x="3071664" y="2889035"/>
            <a:ext cx="902812" cy="605294"/>
          </a:xfrm>
          <a:prstGeom prst="rect">
            <a:avLst/>
          </a:prstGeom>
        </p:spPr>
        <p:txBody>
          <a:bodyPr wrap="none">
            <a:spAutoFit/>
          </a:bodyPr>
          <a:lstStyle>
            <a:lvl1pPr algn="r">
              <a:lnSpc>
                <a:spcPts val="4000"/>
              </a:lnSpc>
              <a:spcBef>
                <a:spcPts val="0"/>
              </a:spcBef>
              <a:defRPr sz="3600" baseline="0">
                <a:solidFill>
                  <a:schemeClr val="bg1"/>
                </a:solidFill>
                <a:latin typeface="+mj-lt"/>
                <a:ea typeface="+mj-ea"/>
              </a:defRPr>
            </a:lvl1pPr>
          </a:lstStyle>
          <a:p>
            <a:pPr lvl="0"/>
            <a:r>
              <a:rPr kumimoji="1" lang="en-US" altLang="ja-JP" dirty="0"/>
              <a:t>No.</a:t>
            </a:r>
            <a:endParaRPr kumimoji="1" lang="ja-JP" altLang="en-US" dirty="0"/>
          </a:p>
        </p:txBody>
      </p:sp>
      <p:sp>
        <p:nvSpPr>
          <p:cNvPr id="8" name="テキスト プレースホルダー 3">
            <a:extLst>
              <a:ext uri="{FF2B5EF4-FFF2-40B4-BE49-F238E27FC236}">
                <a16:creationId xmlns:a16="http://schemas.microsoft.com/office/drawing/2014/main" id="{B8C92446-47A7-46B6-A6DE-8842FD68A058}"/>
              </a:ext>
            </a:extLst>
          </p:cNvPr>
          <p:cNvSpPr>
            <a:spLocks noGrp="1"/>
          </p:cNvSpPr>
          <p:nvPr>
            <p:ph type="body" sz="quarter" idx="13" hasCustomPrompt="1"/>
          </p:nvPr>
        </p:nvSpPr>
        <p:spPr>
          <a:xfrm>
            <a:off x="3916800" y="4049637"/>
            <a:ext cx="6310800" cy="603499"/>
          </a:xfrm>
          <a:prstGeom prst="rect">
            <a:avLst/>
          </a:prstGeom>
        </p:spPr>
        <p:txBody>
          <a:bodyPr>
            <a:noAutofit/>
          </a:bodyPr>
          <a:lstStyle>
            <a:lvl1pPr>
              <a:lnSpc>
                <a:spcPts val="2100"/>
              </a:lnSpc>
              <a:spcBef>
                <a:spcPts val="0"/>
              </a:spcBef>
              <a:defRPr sz="1400" baseline="0">
                <a:solidFill>
                  <a:schemeClr val="bg1"/>
                </a:solidFill>
              </a:defRPr>
            </a:lvl1pPr>
          </a:lstStyle>
          <a:p>
            <a:pPr lvl="0"/>
            <a:r>
              <a:rPr kumimoji="1" lang="ja-JP" altLang="en-US"/>
              <a:t>補足の文章が必要な場合はこちらに入れてください。</a:t>
            </a:r>
            <a:endParaRPr kumimoji="1" lang="en-US" altLang="ja-JP"/>
          </a:p>
          <a:p>
            <a:pPr lvl="0"/>
            <a:r>
              <a:rPr kumimoji="1" lang="ja-JP" altLang="en-US"/>
              <a:t>補足の文章はマストではなく、必要ない場合は記載不要です。</a:t>
            </a:r>
          </a:p>
        </p:txBody>
      </p:sp>
      <p:sp>
        <p:nvSpPr>
          <p:cNvPr id="6" name="タイトル">
            <a:extLst>
              <a:ext uri="{FF2B5EF4-FFF2-40B4-BE49-F238E27FC236}">
                <a16:creationId xmlns:a16="http://schemas.microsoft.com/office/drawing/2014/main" id="{B117D335-3E17-456A-948E-9B27433889D4}"/>
              </a:ext>
            </a:extLst>
          </p:cNvPr>
          <p:cNvSpPr>
            <a:spLocks noGrp="1"/>
          </p:cNvSpPr>
          <p:nvPr>
            <p:ph type="title" hasCustomPrompt="1"/>
          </p:nvPr>
        </p:nvSpPr>
        <p:spPr>
          <a:xfrm>
            <a:off x="3916800" y="2889035"/>
            <a:ext cx="6310800" cy="1118255"/>
          </a:xfrm>
        </p:spPr>
        <p:txBody>
          <a:bodyPr vert="horz" wrap="square" lIns="91440" tIns="45720" rIns="91440" bIns="45720" rtlCol="0" anchor="t">
            <a:noAutofit/>
          </a:bodyPr>
          <a:lstStyle>
            <a:lvl1pPr>
              <a:defRPr lang="ja-JP" altLang="en-US" sz="3600">
                <a:solidFill>
                  <a:schemeClr val="bg1"/>
                </a:solidFill>
              </a:defRPr>
            </a:lvl1pPr>
          </a:lstStyle>
          <a:p>
            <a:pPr marL="0" lvl="0" indent="0" defTabSz="914400">
              <a:lnSpc>
                <a:spcPts val="4000"/>
              </a:lnSpc>
              <a:spcBef>
                <a:spcPct val="0"/>
              </a:spcBef>
              <a:buFont typeface="Arial" panose="020B0604020202020204" pitchFamily="34" charset="0"/>
            </a:pPr>
            <a:r>
              <a:rPr kumimoji="1" lang="ja-JP" altLang="en-US"/>
              <a:t>タイトルサンプル</a:t>
            </a:r>
          </a:p>
        </p:txBody>
      </p:sp>
    </p:spTree>
    <p:extLst>
      <p:ext uri="{BB962C8B-B14F-4D97-AF65-F5344CB8AC3E}">
        <p14:creationId xmlns:p14="http://schemas.microsoft.com/office/powerpoint/2010/main" val="201201254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中面1">
    <p:spTree>
      <p:nvGrpSpPr>
        <p:cNvPr id="1" name=""/>
        <p:cNvGrpSpPr/>
        <p:nvPr/>
      </p:nvGrpSpPr>
      <p:grpSpPr>
        <a:xfrm>
          <a:off x="0" y="0"/>
          <a:ext cx="0" cy="0"/>
          <a:chOff x="0" y="0"/>
          <a:chExt cx="0" cy="0"/>
        </a:xfrm>
      </p:grpSpPr>
      <p:sp>
        <p:nvSpPr>
          <p:cNvPr id="10" name="スライド番号プレースホルダー">
            <a:extLst>
              <a:ext uri="{FF2B5EF4-FFF2-40B4-BE49-F238E27FC236}">
                <a16:creationId xmlns:a16="http://schemas.microsoft.com/office/drawing/2014/main" id="{780B271C-4584-4160-BE1E-0BF61016499F}"/>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a:t>
            </a:fld>
            <a:endParaRPr lang="ja-JP" altLang="en-US"/>
          </a:p>
        </p:txBody>
      </p:sp>
      <p:sp>
        <p:nvSpPr>
          <p:cNvPr id="7" name="コンテンツ プレースホルダー">
            <a:extLst>
              <a:ext uri="{FF2B5EF4-FFF2-40B4-BE49-F238E27FC236}">
                <a16:creationId xmlns:a16="http://schemas.microsoft.com/office/drawing/2014/main" id="{BEFD7A87-87CF-4619-AC8D-776F223EACB5}"/>
              </a:ext>
            </a:extLst>
          </p:cNvPr>
          <p:cNvSpPr>
            <a:spLocks noGrp="1"/>
          </p:cNvSpPr>
          <p:nvPr>
            <p:ph sz="quarter" idx="13" hasCustomPrompt="1"/>
          </p:nvPr>
        </p:nvSpPr>
        <p:spPr>
          <a:xfrm>
            <a:off x="338138" y="1125538"/>
            <a:ext cx="11518900" cy="5399087"/>
          </a:xfrm>
        </p:spPr>
        <p:txBody>
          <a:bodyPr/>
          <a:lstStyle/>
          <a:p>
            <a:pPr lvl="0"/>
            <a:r>
              <a:rPr kumimoji="1" lang="ja-JP" altLang="en-US" dirty="0"/>
              <a:t>テキストを入力してください</a:t>
            </a:r>
            <a:br>
              <a:rPr kumimoji="1" lang="en-US" altLang="ja-JP" dirty="0"/>
            </a:br>
            <a:endParaRPr kumimoji="1" lang="ja-JP" altLang="en-US" dirty="0"/>
          </a:p>
        </p:txBody>
      </p:sp>
      <p:sp>
        <p:nvSpPr>
          <p:cNvPr id="2" name="タイトル">
            <a:extLst>
              <a:ext uri="{FF2B5EF4-FFF2-40B4-BE49-F238E27FC236}">
                <a16:creationId xmlns:a16="http://schemas.microsoft.com/office/drawing/2014/main" id="{5AC322F0-442A-4B5C-8FBC-B70A56875177}"/>
              </a:ext>
            </a:extLst>
          </p:cNvPr>
          <p:cNvSpPr>
            <a:spLocks noGrp="1"/>
          </p:cNvSpPr>
          <p:nvPr>
            <p:ph type="title" hasCustomPrompt="1"/>
          </p:nvPr>
        </p:nvSpPr>
        <p:spPr/>
        <p:txBody>
          <a:bodyPr>
            <a:noAutofit/>
          </a:bodyPr>
          <a:lstStyle/>
          <a:p>
            <a:r>
              <a:rPr kumimoji="1" lang="ja-JP" altLang="en-US" dirty="0"/>
              <a:t>タイトルを入力してください</a:t>
            </a:r>
          </a:p>
        </p:txBody>
      </p:sp>
    </p:spTree>
    <p:extLst>
      <p:ext uri="{BB962C8B-B14F-4D97-AF65-F5344CB8AC3E}">
        <p14:creationId xmlns:p14="http://schemas.microsoft.com/office/powerpoint/2010/main" val="3914885631"/>
      </p:ext>
    </p:extLst>
  </p:cSld>
  <p:clrMapOvr>
    <a:masterClrMapping/>
  </p:clrMapOvr>
  <p:hf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中面1-2_コピーライト表記あり">
    <p:spTree>
      <p:nvGrpSpPr>
        <p:cNvPr id="1" name=""/>
        <p:cNvGrpSpPr/>
        <p:nvPr/>
      </p:nvGrpSpPr>
      <p:grpSpPr>
        <a:xfrm>
          <a:off x="0" y="0"/>
          <a:ext cx="0" cy="0"/>
          <a:chOff x="0" y="0"/>
          <a:chExt cx="0" cy="0"/>
        </a:xfrm>
      </p:grpSpPr>
      <p:pic>
        <p:nvPicPr>
          <p:cNvPr id="5" name="Copyright">
            <a:extLst>
              <a:ext uri="{FF2B5EF4-FFF2-40B4-BE49-F238E27FC236}">
                <a16:creationId xmlns:a16="http://schemas.microsoft.com/office/drawing/2014/main" id="{A3B0C4F7-B11E-4896-8BB2-19E7AC8BD6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57549" y="6634688"/>
            <a:ext cx="1476902" cy="106680"/>
          </a:xfrm>
          <a:prstGeom prst="rect">
            <a:avLst/>
          </a:prstGeom>
        </p:spPr>
      </p:pic>
      <p:sp>
        <p:nvSpPr>
          <p:cNvPr id="10" name="スライド番号プレースホルダー">
            <a:extLst>
              <a:ext uri="{FF2B5EF4-FFF2-40B4-BE49-F238E27FC236}">
                <a16:creationId xmlns:a16="http://schemas.microsoft.com/office/drawing/2014/main" id="{780B271C-4584-4160-BE1E-0BF61016499F}"/>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a:t>
            </a:fld>
            <a:endParaRPr lang="ja-JP" altLang="en-US"/>
          </a:p>
        </p:txBody>
      </p:sp>
      <p:sp>
        <p:nvSpPr>
          <p:cNvPr id="7" name="コンテンツ プレースホルダー">
            <a:extLst>
              <a:ext uri="{FF2B5EF4-FFF2-40B4-BE49-F238E27FC236}">
                <a16:creationId xmlns:a16="http://schemas.microsoft.com/office/drawing/2014/main" id="{BEFD7A87-87CF-4619-AC8D-776F223EACB5}"/>
              </a:ext>
            </a:extLst>
          </p:cNvPr>
          <p:cNvSpPr>
            <a:spLocks noGrp="1"/>
          </p:cNvSpPr>
          <p:nvPr>
            <p:ph sz="quarter" idx="13" hasCustomPrompt="1"/>
          </p:nvPr>
        </p:nvSpPr>
        <p:spPr>
          <a:xfrm>
            <a:off x="338138" y="1125538"/>
            <a:ext cx="11518900" cy="5399087"/>
          </a:xfrm>
        </p:spPr>
        <p:txBody>
          <a:bodyPr/>
          <a:lstStyle/>
          <a:p>
            <a:pPr lvl="0"/>
            <a:r>
              <a:rPr kumimoji="1" lang="ja-JP" altLang="en-US" dirty="0"/>
              <a:t>テキストを入力してください</a:t>
            </a:r>
            <a:endParaRPr kumimoji="1" lang="en-US" altLang="ja-JP" dirty="0"/>
          </a:p>
        </p:txBody>
      </p:sp>
      <p:sp>
        <p:nvSpPr>
          <p:cNvPr id="2" name="タイトル">
            <a:extLst>
              <a:ext uri="{FF2B5EF4-FFF2-40B4-BE49-F238E27FC236}">
                <a16:creationId xmlns:a16="http://schemas.microsoft.com/office/drawing/2014/main" id="{5AC322F0-442A-4B5C-8FBC-B70A56875177}"/>
              </a:ext>
            </a:extLst>
          </p:cNvPr>
          <p:cNvSpPr>
            <a:spLocks noGrp="1"/>
          </p:cNvSpPr>
          <p:nvPr>
            <p:ph type="title" hasCustomPrompt="1"/>
          </p:nvPr>
        </p:nvSpPr>
        <p:spPr/>
        <p:txBody>
          <a:bodyPr>
            <a:noAutofit/>
          </a:bodyPr>
          <a:lstStyle/>
          <a:p>
            <a:r>
              <a:rPr kumimoji="1" lang="ja-JP" altLang="en-US" dirty="0"/>
              <a:t>タイトルを入力してください</a:t>
            </a:r>
          </a:p>
        </p:txBody>
      </p:sp>
    </p:spTree>
    <p:extLst>
      <p:ext uri="{BB962C8B-B14F-4D97-AF65-F5344CB8AC3E}">
        <p14:creationId xmlns:p14="http://schemas.microsoft.com/office/powerpoint/2010/main" val="1373035828"/>
      </p:ext>
    </p:extLst>
  </p:cSld>
  <p:clrMapOvr>
    <a:masterClrMapping/>
  </p:clrMapOvr>
  <p:hf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中面2">
    <p:spTree>
      <p:nvGrpSpPr>
        <p:cNvPr id="1" name=""/>
        <p:cNvGrpSpPr/>
        <p:nvPr/>
      </p:nvGrpSpPr>
      <p:grpSpPr>
        <a:xfrm>
          <a:off x="0" y="0"/>
          <a:ext cx="0" cy="0"/>
          <a:chOff x="0" y="0"/>
          <a:chExt cx="0" cy="0"/>
        </a:xfrm>
      </p:grpSpPr>
      <p:sp>
        <p:nvSpPr>
          <p:cNvPr id="3" name="コンテンツ プレースホルダー">
            <a:extLst>
              <a:ext uri="{FF2B5EF4-FFF2-40B4-BE49-F238E27FC236}">
                <a16:creationId xmlns:a16="http://schemas.microsoft.com/office/drawing/2014/main" id="{B3F77867-B1E8-4418-A3B0-FC171922C881}"/>
              </a:ext>
            </a:extLst>
          </p:cNvPr>
          <p:cNvSpPr>
            <a:spLocks noGrp="1"/>
          </p:cNvSpPr>
          <p:nvPr>
            <p:ph sz="quarter" idx="14" hasCustomPrompt="1"/>
          </p:nvPr>
        </p:nvSpPr>
        <p:spPr>
          <a:xfrm>
            <a:off x="162348" y="138221"/>
            <a:ext cx="11867304" cy="6621509"/>
          </a:xfrm>
        </p:spPr>
        <p:txBody>
          <a:bodyPr>
            <a:normAutofit/>
          </a:bodyPr>
          <a:lstStyle>
            <a:lvl1pPr>
              <a:defRPr sz="1800" baseline="0"/>
            </a:lvl1pPr>
          </a:lstStyle>
          <a:p>
            <a:pPr lvl="0"/>
            <a:r>
              <a:rPr kumimoji="1" lang="ja-JP" altLang="en-US" dirty="0"/>
              <a:t>全面を使用する場合のスライドです。</a:t>
            </a:r>
            <a:endParaRPr kumimoji="1" lang="en-US" altLang="ja-JP" dirty="0"/>
          </a:p>
        </p:txBody>
      </p:sp>
    </p:spTree>
    <p:extLst>
      <p:ext uri="{BB962C8B-B14F-4D97-AF65-F5344CB8AC3E}">
        <p14:creationId xmlns:p14="http://schemas.microsoft.com/office/powerpoint/2010/main" val="3781426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最終">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0C76280-7ECE-44B6-A075-9B0E22B803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92800" y="3196800"/>
            <a:ext cx="6804000" cy="464975"/>
          </a:xfrm>
          <a:prstGeom prst="rect">
            <a:avLst/>
          </a:prstGeom>
        </p:spPr>
      </p:pic>
    </p:spTree>
    <p:extLst>
      <p:ext uri="{BB962C8B-B14F-4D97-AF65-F5344CB8AC3E}">
        <p14:creationId xmlns:p14="http://schemas.microsoft.com/office/powerpoint/2010/main" val="2330000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Line 1">
            <a:extLst>
              <a:ext uri="{FF2B5EF4-FFF2-40B4-BE49-F238E27FC236}">
                <a16:creationId xmlns:a16="http://schemas.microsoft.com/office/drawing/2014/main" id="{3C9EFBCB-0CF8-4A73-8567-0E6AF72B78C5}"/>
              </a:ext>
            </a:extLst>
          </p:cNvPr>
          <p:cNvSpPr>
            <a:spLocks noChangeShapeType="1"/>
          </p:cNvSpPr>
          <p:nvPr userDrawn="1"/>
        </p:nvSpPr>
        <p:spPr bwMode="auto">
          <a:xfrm flipV="1">
            <a:off x="339118" y="834197"/>
            <a:ext cx="11852882" cy="0"/>
          </a:xfrm>
          <a:prstGeom prst="line">
            <a:avLst/>
          </a:prstGeom>
          <a:noFill/>
          <a:ln w="12700">
            <a:solidFill>
              <a:srgbClr val="005BAC"/>
            </a:solidFill>
            <a:round/>
            <a:headEnd/>
            <a:tailEnd/>
          </a:ln>
        </p:spPr>
        <p:txBody>
          <a:bodyPr wrap="none" lIns="91422" tIns="45711" rIns="91422" bIns="45711" anchor="ctr"/>
          <a:lstStyle/>
          <a:p>
            <a:endParaRPr lang="ja-JP" altLang="en-US" sz="1500"/>
          </a:p>
        </p:txBody>
      </p:sp>
      <p:pic>
        <p:nvPicPr>
          <p:cNvPr id="9" name="図 1">
            <a:extLst>
              <a:ext uri="{FF2B5EF4-FFF2-40B4-BE49-F238E27FC236}">
                <a16:creationId xmlns:a16="http://schemas.microsoft.com/office/drawing/2014/main" id="{695559A7-C589-4D3B-8EAE-4F007F632291}"/>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308468" y="152636"/>
            <a:ext cx="1734224" cy="553444"/>
          </a:xfrm>
          <a:prstGeom prst="rect">
            <a:avLst/>
          </a:prstGeom>
        </p:spPr>
      </p:pic>
      <p:sp>
        <p:nvSpPr>
          <p:cNvPr id="7" name="スライド番号プレースホルダー 1">
            <a:extLst>
              <a:ext uri="{FF2B5EF4-FFF2-40B4-BE49-F238E27FC236}">
                <a16:creationId xmlns:a16="http://schemas.microsoft.com/office/drawing/2014/main" id="{9550C113-158C-4159-BBE0-DA0C1ED3A1D2}"/>
              </a:ext>
            </a:extLst>
          </p:cNvPr>
          <p:cNvSpPr>
            <a:spLocks noGrp="1"/>
          </p:cNvSpPr>
          <p:nvPr userDrawn="1">
            <p:ph type="sldNum" sz="quarter" idx="4"/>
          </p:nvPr>
        </p:nvSpPr>
        <p:spPr>
          <a:xfrm>
            <a:off x="11599104" y="6562800"/>
            <a:ext cx="349775" cy="253916"/>
          </a:xfrm>
          <a:prstGeom prst="rect">
            <a:avLst/>
          </a:prstGeom>
        </p:spPr>
        <p:txBody>
          <a:bodyPr vert="horz" wrap="none" lIns="91440" tIns="45720" rIns="91440" bIns="45720" rtlCol="0" anchor="ctr">
            <a:spAutoFit/>
          </a:bodyPr>
          <a:lstStyle>
            <a:lvl1pPr algn="r">
              <a:defRPr sz="1050">
                <a:solidFill>
                  <a:schemeClr val="tx1"/>
                </a:solidFill>
              </a:defRPr>
            </a:lvl1pPr>
          </a:lstStyle>
          <a:p>
            <a:fld id="{982DF7F2-B14C-47C5-B9A4-9372430F170B}" type="slidenum">
              <a:rPr lang="ja-JP" altLang="en-US" smtClean="0"/>
              <a:pPr/>
              <a:t>‹#›</a:t>
            </a:fld>
            <a:endParaRPr lang="ja-JP" altLang="en-US"/>
          </a:p>
        </p:txBody>
      </p:sp>
      <p:sp>
        <p:nvSpPr>
          <p:cNvPr id="6" name="日付プレースホルダー 1">
            <a:extLst>
              <a:ext uri="{FF2B5EF4-FFF2-40B4-BE49-F238E27FC236}">
                <a16:creationId xmlns:a16="http://schemas.microsoft.com/office/drawing/2014/main" id="{BC7E8779-F528-48F0-BB15-0A4C917A5E42}"/>
              </a:ext>
            </a:extLst>
          </p:cNvPr>
          <p:cNvSpPr>
            <a:spLocks noGrp="1"/>
          </p:cNvSpPr>
          <p:nvPr userDrawn="1">
            <p:ph type="dt" sz="half" idx="2"/>
          </p:nvPr>
        </p:nvSpPr>
        <p:spPr>
          <a:xfrm>
            <a:off x="0" y="6591375"/>
            <a:ext cx="646331" cy="215444"/>
          </a:xfrm>
          <a:prstGeom prst="rect">
            <a:avLst/>
          </a:prstGeom>
        </p:spPr>
        <p:txBody>
          <a:bodyPr vert="horz" wrap="none" lIns="91440" tIns="45720" rIns="91440" bIns="45720" rtlCol="0" anchor="ctr">
            <a:spAutoFit/>
          </a:bodyPr>
          <a:lstStyle>
            <a:lvl1pPr algn="l">
              <a:defRPr sz="800">
                <a:solidFill>
                  <a:schemeClr val="tx1"/>
                </a:solidFill>
              </a:defRPr>
            </a:lvl1pPr>
          </a:lstStyle>
          <a:p>
            <a:fld id="{8F747E6A-A906-4F00-91D9-BF49CD82F65A}" type="datetime1">
              <a:rPr lang="ja-JP" altLang="en-US" smtClean="0"/>
              <a:t>2022/12/6</a:t>
            </a:fld>
            <a:endParaRPr lang="ja-JP" altLang="en-US"/>
          </a:p>
        </p:txBody>
      </p:sp>
      <p:sp>
        <p:nvSpPr>
          <p:cNvPr id="5" name="フッター プレースホルダー 1">
            <a:extLst>
              <a:ext uri="{FF2B5EF4-FFF2-40B4-BE49-F238E27FC236}">
                <a16:creationId xmlns:a16="http://schemas.microsoft.com/office/drawing/2014/main" id="{D6E6A90D-1ECB-41E2-9549-C8D97C856DC7}"/>
              </a:ext>
            </a:extLst>
          </p:cNvPr>
          <p:cNvSpPr>
            <a:spLocks noGrp="1"/>
          </p:cNvSpPr>
          <p:nvPr userDrawn="1">
            <p:ph type="ftr" sz="quarter" idx="3"/>
          </p:nvPr>
        </p:nvSpPr>
        <p:spPr>
          <a:xfrm>
            <a:off x="5251057" y="6573430"/>
            <a:ext cx="1689886" cy="215444"/>
          </a:xfrm>
          <a:prstGeom prst="rect">
            <a:avLst/>
          </a:prstGeom>
        </p:spPr>
        <p:txBody>
          <a:bodyPr vert="horz" wrap="none" lIns="91440" tIns="45720" rIns="91440" bIns="45720" rtlCol="0" anchor="ctr">
            <a:spAutoFit/>
          </a:bodyPr>
          <a:lstStyle>
            <a:lvl1pPr algn="ctr">
              <a:defRPr sz="800">
                <a:solidFill>
                  <a:schemeClr val="tx1"/>
                </a:solidFill>
              </a:defRPr>
            </a:lvl1pPr>
          </a:lstStyle>
          <a:p>
            <a:r>
              <a:rPr lang="en-US" altLang="ja-JP"/>
              <a:t>Copyright</a:t>
            </a:r>
            <a:r>
              <a:rPr lang="ja-JP" altLang="en-US"/>
              <a:t>Ⓒ </a:t>
            </a:r>
            <a:r>
              <a:rPr lang="en-US" altLang="ja-JP"/>
              <a:t>Sysmex Corporation</a:t>
            </a:r>
            <a:endParaRPr lang="ja-JP" altLang="en-US"/>
          </a:p>
        </p:txBody>
      </p:sp>
      <p:sp>
        <p:nvSpPr>
          <p:cNvPr id="2" name="タイトル プレースホルダー 1">
            <a:extLst>
              <a:ext uri="{FF2B5EF4-FFF2-40B4-BE49-F238E27FC236}">
                <a16:creationId xmlns:a16="http://schemas.microsoft.com/office/drawing/2014/main" id="{C28B4D5F-4444-4993-A399-75EED6B0926C}"/>
              </a:ext>
            </a:extLst>
          </p:cNvPr>
          <p:cNvSpPr>
            <a:spLocks noGrp="1"/>
          </p:cNvSpPr>
          <p:nvPr userDrawn="1">
            <p:ph type="title"/>
          </p:nvPr>
        </p:nvSpPr>
        <p:spPr>
          <a:xfrm>
            <a:off x="338400" y="236026"/>
            <a:ext cx="10080000" cy="584775"/>
          </a:xfrm>
          <a:prstGeom prst="rect">
            <a:avLst/>
          </a:prstGeom>
        </p:spPr>
        <p:txBody>
          <a:bodyPr vert="horz" wrap="square" lIns="91440" tIns="45720" rIns="91440" bIns="45720" rtlCol="0" anchor="ctr">
            <a:spAutoFit/>
          </a:bodyPr>
          <a:lstStyle/>
          <a:p>
            <a:r>
              <a:rPr kumimoji="1" lang="ja-JP" altLang="en-US" dirty="0"/>
              <a:t>マスター タイトルの書式設定</a:t>
            </a:r>
          </a:p>
        </p:txBody>
      </p:sp>
      <p:sp>
        <p:nvSpPr>
          <p:cNvPr id="4" name="テキスト プレースホルダー 1">
            <a:extLst>
              <a:ext uri="{FF2B5EF4-FFF2-40B4-BE49-F238E27FC236}">
                <a16:creationId xmlns:a16="http://schemas.microsoft.com/office/drawing/2014/main" id="{CBAC4AA8-B298-4395-91E0-C62C9DAE5301}"/>
              </a:ext>
            </a:extLst>
          </p:cNvPr>
          <p:cNvSpPr>
            <a:spLocks noGrp="1"/>
          </p:cNvSpPr>
          <p:nvPr userDrawn="1">
            <p:ph type="body" idx="1"/>
          </p:nvPr>
        </p:nvSpPr>
        <p:spPr>
          <a:xfrm>
            <a:off x="339724" y="1125538"/>
            <a:ext cx="11516400" cy="5399085"/>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856087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1" r:id="rId3"/>
    <p:sldLayoutId id="2147483700" r:id="rId4"/>
    <p:sldLayoutId id="2147483703" r:id="rId5"/>
    <p:sldLayoutId id="2147483702" r:id="rId6"/>
    <p:sldLayoutId id="2147483704" r:id="rId7"/>
    <p:sldLayoutId id="2147483706" r:id="rId8"/>
    <p:sldLayoutId id="2147483717" r:id="rId9"/>
    <p:sldLayoutId id="2147483718" r:id="rId10"/>
    <p:sldLayoutId id="2147483714" r:id="rId11"/>
    <p:sldLayoutId id="2147483669" r:id="rId12"/>
  </p:sldLayoutIdLst>
  <p:hf sldNum="0" hdr="0" ftr="0" dt="0"/>
  <p:txStyles>
    <p:titleStyle>
      <a:lvl1pPr algn="l" defTabSz="914377" rtl="0" eaLnBrk="1" latinLnBrk="0" hangingPunct="1">
        <a:lnSpc>
          <a:spcPts val="3800"/>
        </a:lnSpc>
        <a:spcBef>
          <a:spcPts val="0"/>
        </a:spcBef>
        <a:buNone/>
        <a:defRPr kumimoji="1" sz="3200" kern="1200">
          <a:solidFill>
            <a:schemeClr val="accent1"/>
          </a:solidFill>
          <a:latin typeface="+mj-lt"/>
          <a:ea typeface="+mj-ea"/>
          <a:cs typeface="+mj-cs"/>
        </a:defRPr>
      </a:lvl1pPr>
    </p:titleStyle>
    <p:body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3840" userDrawn="1">
          <p15:clr>
            <a:srgbClr val="F26B43"/>
          </p15:clr>
        </p15:guide>
        <p15:guide id="5" pos="7469" userDrawn="1">
          <p15:clr>
            <a:srgbClr val="F26B43"/>
          </p15:clr>
        </p15:guide>
        <p15:guide id="7"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p:cNvSpPr>
            <a:spLocks noGrp="1"/>
          </p:cNvSpPr>
          <p:nvPr>
            <p:ph type="body" sz="quarter" idx="13"/>
          </p:nvPr>
        </p:nvSpPr>
        <p:spPr/>
        <p:txBody>
          <a:bodyPr/>
          <a:lstStyle/>
          <a:p>
            <a:endParaRPr kumimoji="1" lang="ja-JP" altLang="en-US"/>
          </a:p>
        </p:txBody>
      </p:sp>
      <p:sp>
        <p:nvSpPr>
          <p:cNvPr id="3" name="テキスト プレースホルダー 2"/>
          <p:cNvSpPr>
            <a:spLocks noGrp="1"/>
          </p:cNvSpPr>
          <p:nvPr>
            <p:ph type="body" sz="quarter" idx="11"/>
          </p:nvPr>
        </p:nvSpPr>
        <p:spPr/>
        <p:txBody>
          <a:bodyPr/>
          <a:lstStyle/>
          <a:p>
            <a:r>
              <a:rPr kumimoji="1" lang="en-US" altLang="ja-JP" dirty="0"/>
              <a:t>2022</a:t>
            </a:r>
            <a:r>
              <a:rPr kumimoji="1" lang="ja-JP" altLang="en-US" dirty="0"/>
              <a:t>年</a:t>
            </a:r>
            <a:r>
              <a:rPr kumimoji="1" lang="en-US" altLang="ja-JP" dirty="0"/>
              <a:t>12</a:t>
            </a:r>
            <a:r>
              <a:rPr kumimoji="1" lang="ja-JP" altLang="en-US" dirty="0"/>
              <a:t>月</a:t>
            </a:r>
            <a:r>
              <a:rPr lang="en-US" altLang="ja-JP" dirty="0"/>
              <a:t>6</a:t>
            </a:r>
            <a:r>
              <a:rPr kumimoji="1" lang="ja-JP" altLang="en-US" dirty="0"/>
              <a:t>日</a:t>
            </a:r>
            <a:endParaRPr kumimoji="1" lang="en-US" altLang="ja-JP" dirty="0"/>
          </a:p>
          <a:p>
            <a:r>
              <a:rPr kumimoji="1" lang="en-US" altLang="ja-JP" dirty="0" err="1"/>
              <a:t>Caresphere</a:t>
            </a:r>
            <a:r>
              <a:rPr kumimoji="1" lang="ja-JP" altLang="en-US" dirty="0"/>
              <a:t>イノベーション部</a:t>
            </a:r>
          </a:p>
        </p:txBody>
      </p:sp>
      <p:sp>
        <p:nvSpPr>
          <p:cNvPr id="4" name="タイトル 3"/>
          <p:cNvSpPr>
            <a:spLocks noGrp="1"/>
          </p:cNvSpPr>
          <p:nvPr>
            <p:ph type="title"/>
          </p:nvPr>
        </p:nvSpPr>
        <p:spPr>
          <a:xfrm>
            <a:off x="910800" y="1681622"/>
            <a:ext cx="10657808" cy="1207318"/>
          </a:xfrm>
        </p:spPr>
        <p:txBody>
          <a:bodyPr/>
          <a:lstStyle/>
          <a:p>
            <a:r>
              <a:rPr kumimoji="1" lang="en-US" altLang="ja-JP" dirty="0"/>
              <a:t>【</a:t>
            </a:r>
            <a:r>
              <a:rPr kumimoji="1" lang="ja-JP" altLang="en-US" dirty="0"/>
              <a:t>ドラフト</a:t>
            </a:r>
            <a:r>
              <a:rPr kumimoji="1" lang="en-US" altLang="ja-JP" dirty="0"/>
              <a:t>】</a:t>
            </a:r>
            <a:r>
              <a:rPr kumimoji="1" lang="en-US" altLang="ja-JP" dirty="0" err="1"/>
              <a:t>Caresphere</a:t>
            </a:r>
            <a:r>
              <a:rPr kumimoji="1" lang="en-US" altLang="ja-JP" dirty="0"/>
              <a:t> XQC Ver.1.6.1</a:t>
            </a:r>
            <a:r>
              <a:rPr kumimoji="1" lang="ja-JP" altLang="en-US" dirty="0"/>
              <a:t>要求事項</a:t>
            </a:r>
          </a:p>
        </p:txBody>
      </p:sp>
    </p:spTree>
    <p:extLst>
      <p:ext uri="{BB962C8B-B14F-4D97-AF65-F5344CB8AC3E}">
        <p14:creationId xmlns:p14="http://schemas.microsoft.com/office/powerpoint/2010/main" val="3233876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37B1989-7342-4465-B5D7-0C11D4C90EF3}"/>
              </a:ext>
            </a:extLst>
          </p:cNvPr>
          <p:cNvSpPr>
            <a:spLocks noGrp="1"/>
          </p:cNvSpPr>
          <p:nvPr>
            <p:ph type="sldNum" sz="quarter" idx="16"/>
          </p:nvPr>
        </p:nvSpPr>
        <p:spPr>
          <a:xfrm>
            <a:off x="11599104" y="6563270"/>
            <a:ext cx="349775" cy="253916"/>
          </a:xfrm>
        </p:spPr>
        <p:txBody>
          <a:bodyPr wrap="none" anchor="ctr">
            <a:normAutofit/>
          </a:bodyPr>
          <a:lstStyle/>
          <a:p>
            <a:pPr>
              <a:spcAft>
                <a:spcPts val="600"/>
              </a:spcAft>
            </a:pPr>
            <a:fld id="{982DF7F2-B14C-47C5-B9A4-9372430F170B}" type="slidenum">
              <a:rPr lang="ja-JP" altLang="en-US" smtClean="0"/>
              <a:pPr>
                <a:spcAft>
                  <a:spcPts val="600"/>
                </a:spcAft>
              </a:pPr>
              <a:t>2</a:t>
            </a:fld>
            <a:endParaRPr lang="ja-JP" altLang="en-US"/>
          </a:p>
        </p:txBody>
      </p:sp>
      <p:sp>
        <p:nvSpPr>
          <p:cNvPr id="4" name="タイトル 3">
            <a:extLst>
              <a:ext uri="{FF2B5EF4-FFF2-40B4-BE49-F238E27FC236}">
                <a16:creationId xmlns:a16="http://schemas.microsoft.com/office/drawing/2014/main" id="{FC774C6F-728D-4D01-9E4E-DDBF01F7EFC7}"/>
              </a:ext>
            </a:extLst>
          </p:cNvPr>
          <p:cNvSpPr>
            <a:spLocks noGrp="1"/>
          </p:cNvSpPr>
          <p:nvPr>
            <p:ph type="title"/>
          </p:nvPr>
        </p:nvSpPr>
        <p:spPr>
          <a:xfrm>
            <a:off x="338400" y="236026"/>
            <a:ext cx="10080000" cy="584775"/>
          </a:xfrm>
        </p:spPr>
        <p:txBody>
          <a:bodyPr wrap="square" anchor="ctr">
            <a:normAutofit/>
          </a:bodyPr>
          <a:lstStyle/>
          <a:p>
            <a:r>
              <a:rPr kumimoji="1" lang="en-US" altLang="ja-JP" dirty="0" err="1"/>
              <a:t>Caresphere</a:t>
            </a:r>
            <a:r>
              <a:rPr lang="ja-JP" altLang="en-US" dirty="0"/>
              <a:t> </a:t>
            </a:r>
            <a:r>
              <a:rPr lang="en-US" altLang="ja-JP" dirty="0"/>
              <a:t>XQC</a:t>
            </a:r>
            <a:r>
              <a:rPr lang="ja-JP" altLang="en-US" dirty="0"/>
              <a:t> </a:t>
            </a:r>
            <a:r>
              <a:rPr lang="en-US" altLang="ja-JP" dirty="0"/>
              <a:t>Ver.1.6.1</a:t>
            </a:r>
            <a:r>
              <a:rPr lang="ja-JP" altLang="en-US" dirty="0"/>
              <a:t>要求事項一覧</a:t>
            </a:r>
            <a:endParaRPr kumimoji="1" lang="ja-JP" altLang="en-US" dirty="0"/>
          </a:p>
        </p:txBody>
      </p:sp>
      <p:graphicFrame>
        <p:nvGraphicFramePr>
          <p:cNvPr id="5" name="表 4">
            <a:extLst>
              <a:ext uri="{FF2B5EF4-FFF2-40B4-BE49-F238E27FC236}">
                <a16:creationId xmlns:a16="http://schemas.microsoft.com/office/drawing/2014/main" id="{C9C54927-FD91-4D42-9D76-FFDE194C7F77}"/>
              </a:ext>
            </a:extLst>
          </p:cNvPr>
          <p:cNvGraphicFramePr>
            <a:graphicFrameLocks noGrp="1"/>
          </p:cNvGraphicFramePr>
          <p:nvPr>
            <p:extLst>
              <p:ext uri="{D42A27DB-BD31-4B8C-83A1-F6EECF244321}">
                <p14:modId xmlns:p14="http://schemas.microsoft.com/office/powerpoint/2010/main" val="3999223395"/>
              </p:ext>
            </p:extLst>
          </p:nvPr>
        </p:nvGraphicFramePr>
        <p:xfrm>
          <a:off x="338400" y="1052736"/>
          <a:ext cx="11446232" cy="5223305"/>
        </p:xfrm>
        <a:graphic>
          <a:graphicData uri="http://schemas.openxmlformats.org/drawingml/2006/table">
            <a:tbl>
              <a:tblPr firstRow="1" bandRow="1">
                <a:tableStyleId>{5C22544A-7EE6-4342-B048-85BDC9FD1C3A}</a:tableStyleId>
              </a:tblPr>
              <a:tblGrid>
                <a:gridCol w="573024">
                  <a:extLst>
                    <a:ext uri="{9D8B030D-6E8A-4147-A177-3AD203B41FA5}">
                      <a16:colId xmlns:a16="http://schemas.microsoft.com/office/drawing/2014/main" val="3074152275"/>
                    </a:ext>
                  </a:extLst>
                </a:gridCol>
                <a:gridCol w="1512168">
                  <a:extLst>
                    <a:ext uri="{9D8B030D-6E8A-4147-A177-3AD203B41FA5}">
                      <a16:colId xmlns:a16="http://schemas.microsoft.com/office/drawing/2014/main" val="3435461597"/>
                    </a:ext>
                  </a:extLst>
                </a:gridCol>
                <a:gridCol w="9361040">
                  <a:extLst>
                    <a:ext uri="{9D8B030D-6E8A-4147-A177-3AD203B41FA5}">
                      <a16:colId xmlns:a16="http://schemas.microsoft.com/office/drawing/2014/main" val="3931216216"/>
                    </a:ext>
                  </a:extLst>
                </a:gridCol>
              </a:tblGrid>
              <a:tr h="410960">
                <a:tc>
                  <a:txBody>
                    <a:bodyPr/>
                    <a:lstStyle/>
                    <a:p>
                      <a:pPr algn="ctr" fontAlgn="ctr"/>
                      <a:r>
                        <a:rPr lang="en-US" sz="1600" u="none" strike="noStrike" dirty="0">
                          <a:effectLst/>
                          <a:latin typeface="+mj-ea"/>
                          <a:ea typeface="+mj-ea"/>
                        </a:rPr>
                        <a:t>No.</a:t>
                      </a:r>
                      <a:endParaRPr lang="en-US" sz="1600" b="0" i="0" u="none" strike="noStrike" dirty="0">
                        <a:solidFill>
                          <a:srgbClr val="000000"/>
                        </a:solidFill>
                        <a:effectLst/>
                        <a:latin typeface="+mj-ea"/>
                        <a:ea typeface="+mj-ea"/>
                      </a:endParaRPr>
                    </a:p>
                  </a:txBody>
                  <a:tcPr marL="5772" marR="5772" marT="5772" marB="0" anchor="ctr"/>
                </a:tc>
                <a:tc>
                  <a:txBody>
                    <a:bodyPr/>
                    <a:lstStyle/>
                    <a:p>
                      <a:pPr algn="ctr" fontAlgn="ctr"/>
                      <a:r>
                        <a:rPr lang="ja-JP" altLang="en-US" sz="1600" u="none" strike="noStrike" dirty="0">
                          <a:effectLst/>
                          <a:latin typeface="+mj-ea"/>
                          <a:ea typeface="+mj-ea"/>
                        </a:rPr>
                        <a:t>カテゴリ</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ctr" fontAlgn="ctr"/>
                      <a:r>
                        <a:rPr lang="ja-JP" altLang="en-US" sz="1600" u="none" strike="noStrike" dirty="0">
                          <a:effectLst/>
                          <a:latin typeface="+mj-ea"/>
                          <a:ea typeface="+mj-ea"/>
                        </a:rPr>
                        <a:t>要求タイトル</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998863835"/>
                  </a:ext>
                </a:extLst>
              </a:tr>
              <a:tr h="450684">
                <a:tc>
                  <a:txBody>
                    <a:bodyPr/>
                    <a:lstStyle/>
                    <a:p>
                      <a:pPr algn="r" fontAlgn="ctr"/>
                      <a:r>
                        <a:rPr lang="en-US" altLang="ja-JP" sz="1600" b="0" i="0" u="none" strike="noStrike" dirty="0">
                          <a:solidFill>
                            <a:srgbClr val="000000"/>
                          </a:solidFill>
                          <a:effectLst/>
                          <a:latin typeface="+mj-ea"/>
                          <a:ea typeface="+mj-ea"/>
                        </a:rPr>
                        <a:t>1-1</a:t>
                      </a:r>
                    </a:p>
                  </a:txBody>
                  <a:tcPr marL="5772" marR="5772" marT="5772" marB="0" anchor="ctr"/>
                </a:tc>
                <a:tc>
                  <a:txBody>
                    <a:bodyPr/>
                    <a:lstStyle/>
                    <a:p>
                      <a:pPr algn="l" fontAlgn="ctr"/>
                      <a:r>
                        <a:rPr lang="ja-JP" altLang="en-US" sz="1600" b="0" i="0" u="none" strike="noStrike" dirty="0">
                          <a:solidFill>
                            <a:srgbClr val="000000"/>
                          </a:solidFill>
                          <a:effectLst/>
                          <a:latin typeface="+mj-ea"/>
                          <a:ea typeface="+mj-ea"/>
                        </a:rPr>
                        <a:t>安定稼働</a:t>
                      </a:r>
                    </a:p>
                  </a:txBody>
                  <a:tcPr marL="5772" marR="5772" marT="5772" marB="0" anchor="ctr"/>
                </a:tc>
                <a:tc>
                  <a:txBody>
                    <a:bodyPr/>
                    <a:lstStyle/>
                    <a:p>
                      <a:pPr algn="l" fontAlgn="ctr"/>
                      <a:r>
                        <a:rPr lang="en-US" sz="1600" u="none" strike="noStrike" dirty="0">
                          <a:solidFill>
                            <a:srgbClr val="FF0000"/>
                          </a:solidFill>
                          <a:effectLst/>
                          <a:latin typeface="+mj-ea"/>
                          <a:ea typeface="+mj-ea"/>
                        </a:rPr>
                        <a:t>V_CONTOROL</a:t>
                      </a:r>
                      <a:r>
                        <a:rPr lang="ja-JP" altLang="en-US" sz="1600" u="none" strike="noStrike" dirty="0">
                          <a:solidFill>
                            <a:srgbClr val="FF0000"/>
                          </a:solidFill>
                          <a:effectLst/>
                          <a:latin typeface="+mj-ea"/>
                          <a:ea typeface="+mj-ea"/>
                        </a:rPr>
                        <a:t>と</a:t>
                      </a:r>
                      <a:r>
                        <a:rPr lang="en-US" altLang="ja-JP" sz="1600" dirty="0">
                          <a:solidFill>
                            <a:srgbClr val="FF0000"/>
                          </a:solidFill>
                        </a:rPr>
                        <a:t>V_PARAUNITS</a:t>
                      </a:r>
                      <a:r>
                        <a:rPr lang="ja-JP" altLang="en-US" sz="1600" u="none" strike="noStrike" dirty="0">
                          <a:solidFill>
                            <a:srgbClr val="FF0000"/>
                          </a:solidFill>
                          <a:effectLst/>
                          <a:latin typeface="+mj-ea"/>
                          <a:ea typeface="+mj-ea"/>
                        </a:rPr>
                        <a:t>を差分登録に変更</a:t>
                      </a:r>
                      <a:endParaRPr lang="ja-JP" altLang="en-US" sz="1600" b="0" i="0" u="none" strike="noStrike" dirty="0">
                        <a:solidFill>
                          <a:srgbClr val="FF0000"/>
                        </a:solidFill>
                        <a:effectLst/>
                        <a:latin typeface="+mj-ea"/>
                        <a:ea typeface="+mj-ea"/>
                      </a:endParaRPr>
                    </a:p>
                  </a:txBody>
                  <a:tcPr marL="5772" marR="5772" marT="5772" marB="0" anchor="ctr"/>
                </a:tc>
                <a:extLst>
                  <a:ext uri="{0D108BD9-81ED-4DB2-BD59-A6C34878D82A}">
                    <a16:rowId xmlns:a16="http://schemas.microsoft.com/office/drawing/2014/main" val="2082800600"/>
                  </a:ext>
                </a:extLst>
              </a:tr>
              <a:tr h="450684">
                <a:tc>
                  <a:txBody>
                    <a:bodyPr/>
                    <a:lstStyle/>
                    <a:p>
                      <a:pPr algn="r" fontAlgn="ctr"/>
                      <a:r>
                        <a:rPr lang="en-US" altLang="ja-JP" sz="1600" u="none" strike="noStrike" dirty="0">
                          <a:effectLst/>
                          <a:latin typeface="+mj-ea"/>
                          <a:ea typeface="+mj-ea"/>
                        </a:rPr>
                        <a:t>1-2</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en-US" altLang="ja-JP" sz="1600" b="0" i="0" u="none" strike="noStrike" dirty="0">
                          <a:solidFill>
                            <a:srgbClr val="000000"/>
                          </a:solidFill>
                          <a:effectLst/>
                          <a:latin typeface="+mj-ea"/>
                          <a:ea typeface="+mj-ea"/>
                        </a:rPr>
                        <a:t>RHQ</a:t>
                      </a:r>
                      <a:r>
                        <a:rPr lang="ja-JP" altLang="en-US" sz="1600" b="0" i="0" u="none" strike="noStrike" dirty="0">
                          <a:solidFill>
                            <a:srgbClr val="000000"/>
                          </a:solidFill>
                          <a:effectLst/>
                          <a:latin typeface="+mj-ea"/>
                          <a:ea typeface="+mj-ea"/>
                        </a:rPr>
                        <a:t>デフォルト設定の変更・</a:t>
                      </a:r>
                      <a:r>
                        <a:rPr lang="en-US" altLang="ja-JP" sz="1600" b="0" i="0" u="none" strike="noStrike" dirty="0">
                          <a:solidFill>
                            <a:srgbClr val="000000"/>
                          </a:solidFill>
                          <a:effectLst/>
                          <a:latin typeface="+mj-ea"/>
                          <a:ea typeface="+mj-ea"/>
                        </a:rPr>
                        <a:t>SO</a:t>
                      </a:r>
                      <a:r>
                        <a:rPr lang="ja-JP" altLang="en-US" sz="1600" b="0" i="0" u="none" strike="noStrike" dirty="0">
                          <a:solidFill>
                            <a:srgbClr val="000000"/>
                          </a:solidFill>
                          <a:effectLst/>
                          <a:latin typeface="+mj-ea"/>
                          <a:ea typeface="+mj-ea"/>
                        </a:rPr>
                        <a:t>設定反映機能</a:t>
                      </a:r>
                    </a:p>
                  </a:txBody>
                  <a:tcPr marL="5772" marR="5772" marT="5772" marB="0" anchor="ctr"/>
                </a:tc>
                <a:extLst>
                  <a:ext uri="{0D108BD9-81ED-4DB2-BD59-A6C34878D82A}">
                    <a16:rowId xmlns:a16="http://schemas.microsoft.com/office/drawing/2014/main" val="1224520539"/>
                  </a:ext>
                </a:extLst>
              </a:tr>
              <a:tr h="450684">
                <a:tc>
                  <a:txBody>
                    <a:bodyPr/>
                    <a:lstStyle/>
                    <a:p>
                      <a:pPr algn="r" fontAlgn="ctr"/>
                      <a:r>
                        <a:rPr lang="en-US" altLang="ja-JP" sz="1600" u="none" strike="noStrike" dirty="0">
                          <a:effectLst/>
                          <a:latin typeface="+mj-ea"/>
                          <a:ea typeface="+mj-ea"/>
                        </a:rPr>
                        <a:t>1-3</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ja-JP" altLang="en-US" sz="1600" u="none" strike="noStrike" dirty="0">
                          <a:effectLst/>
                          <a:latin typeface="+mj-ea"/>
                          <a:ea typeface="+mj-ea"/>
                        </a:rPr>
                        <a:t>受付エラーとなった異常データの値格納</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740274737"/>
                  </a:ext>
                </a:extLst>
              </a:tr>
              <a:tr h="450684">
                <a:tc>
                  <a:txBody>
                    <a:bodyPr/>
                    <a:lstStyle/>
                    <a:p>
                      <a:pPr algn="r" fontAlgn="ctr"/>
                      <a:r>
                        <a:rPr lang="en-US" altLang="ja-JP" sz="1600" u="none" strike="noStrike" dirty="0">
                          <a:effectLst/>
                          <a:latin typeface="+mj-ea"/>
                          <a:ea typeface="+mj-ea"/>
                        </a:rPr>
                        <a:t>1-4</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a:effectLst/>
                          <a:latin typeface="+mj-ea"/>
                          <a:ea typeface="+mj-ea"/>
                        </a:rPr>
                        <a:t>不具合</a:t>
                      </a:r>
                      <a:endParaRPr lang="ja-JP" altLang="en-US" sz="1600" b="0" i="0" u="none" strike="noStrike">
                        <a:solidFill>
                          <a:srgbClr val="000000"/>
                        </a:solidFill>
                        <a:effectLst/>
                        <a:latin typeface="+mj-ea"/>
                        <a:ea typeface="+mj-ea"/>
                      </a:endParaRPr>
                    </a:p>
                  </a:txBody>
                  <a:tcPr marL="5772" marR="5772" marT="5772" marB="0" anchor="ctr"/>
                </a:tc>
                <a:tc>
                  <a:txBody>
                    <a:bodyPr/>
                    <a:lstStyle/>
                    <a:p>
                      <a:pPr algn="l" fontAlgn="ctr"/>
                      <a:r>
                        <a:rPr lang="en-US" sz="1600" u="none" strike="noStrike" dirty="0" err="1">
                          <a:effectLst/>
                          <a:latin typeface="+mj-ea"/>
                          <a:ea typeface="+mj-ea"/>
                        </a:rPr>
                        <a:t>PeerGroupComparison</a:t>
                      </a:r>
                      <a:r>
                        <a:rPr lang="en-US" sz="1600" u="none" strike="noStrike" dirty="0">
                          <a:effectLst/>
                          <a:latin typeface="+mj-ea"/>
                          <a:ea typeface="+mj-ea"/>
                        </a:rPr>
                        <a:t> </a:t>
                      </a:r>
                      <a:r>
                        <a:rPr lang="ja-JP" altLang="en-US" sz="1600" u="none" strike="noStrike" dirty="0">
                          <a:effectLst/>
                          <a:latin typeface="+mj-ea"/>
                          <a:ea typeface="+mj-ea"/>
                        </a:rPr>
                        <a:t>見方ページの母集団 </a:t>
                      </a:r>
                      <a:r>
                        <a:rPr lang="en-US" sz="1600" u="none" strike="noStrike" dirty="0">
                          <a:effectLst/>
                          <a:latin typeface="+mj-ea"/>
                          <a:ea typeface="+mj-ea"/>
                        </a:rPr>
                        <a:t>SD </a:t>
                      </a:r>
                      <a:r>
                        <a:rPr lang="ja-JP" altLang="en-US" sz="1600" u="none" strike="noStrike" dirty="0">
                          <a:effectLst/>
                          <a:latin typeface="+mj-ea"/>
                          <a:ea typeface="+mj-ea"/>
                        </a:rPr>
                        <a:t>説明文の判定方式連動</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377718566"/>
                  </a:ext>
                </a:extLst>
              </a:tr>
              <a:tr h="450684">
                <a:tc>
                  <a:txBody>
                    <a:bodyPr/>
                    <a:lstStyle/>
                    <a:p>
                      <a:pPr algn="r" fontAlgn="ctr"/>
                      <a:r>
                        <a:rPr lang="en-US" altLang="ja-JP" sz="1600" u="none" strike="noStrike" dirty="0">
                          <a:effectLst/>
                          <a:latin typeface="+mj-ea"/>
                          <a:ea typeface="+mj-ea"/>
                        </a:rPr>
                        <a:t>1-5</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不具合</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u="none" strike="noStrike" dirty="0">
                          <a:effectLst/>
                          <a:latin typeface="+mj-ea"/>
                          <a:ea typeface="+mj-ea"/>
                        </a:rPr>
                        <a:t>QC</a:t>
                      </a:r>
                      <a:r>
                        <a:rPr lang="ja-JP" altLang="en-US" sz="1600" u="none" strike="noStrike" dirty="0">
                          <a:effectLst/>
                          <a:latin typeface="+mj-ea"/>
                          <a:ea typeface="+mj-ea"/>
                        </a:rPr>
                        <a:t>データの単位を変えて登録すると正しく反映されない</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3982793362"/>
                  </a:ext>
                </a:extLst>
              </a:tr>
              <a:tr h="450684">
                <a:tc>
                  <a:txBody>
                    <a:bodyPr/>
                    <a:lstStyle/>
                    <a:p>
                      <a:pPr algn="r" fontAlgn="ctr"/>
                      <a:r>
                        <a:rPr lang="en-US" altLang="ja-JP" sz="1600" u="none" strike="noStrike" dirty="0">
                          <a:effectLst/>
                          <a:latin typeface="+mj-ea"/>
                          <a:ea typeface="+mj-ea"/>
                        </a:rPr>
                        <a:t>1-6</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rgbClr val="000000"/>
                          </a:solidFill>
                          <a:effectLst/>
                          <a:uLnTx/>
                          <a:uFillTx/>
                          <a:latin typeface="Meiryo UI"/>
                          <a:ea typeface="Meiryo UI"/>
                          <a:cs typeface="+mn-cs"/>
                        </a:rPr>
                        <a:t>安定稼働</a:t>
                      </a:r>
                      <a:endParaRPr kumimoji="1" lang="ja-JP" altLang="en-US" sz="1600" b="0" i="0" u="none" strike="noStrike" kern="1200" cap="none" spc="0" normalizeH="0" baseline="0" noProof="0" dirty="0">
                        <a:ln>
                          <a:noFill/>
                        </a:ln>
                        <a:solidFill>
                          <a:srgbClr val="000000"/>
                        </a:solidFill>
                        <a:effectLst/>
                        <a:uLnTx/>
                        <a:uFillTx/>
                        <a:latin typeface="Meiryo UI"/>
                        <a:ea typeface="Meiryo UI"/>
                        <a:cs typeface="+mn-cs"/>
                      </a:endParaRPr>
                    </a:p>
                  </a:txBody>
                  <a:tcPr marL="5772" marR="5772" marT="5772" marB="0" anchor="ctr"/>
                </a:tc>
                <a:tc>
                  <a:txBody>
                    <a:bodyPr/>
                    <a:lstStyle/>
                    <a:p>
                      <a:pPr algn="l" fontAlgn="ctr"/>
                      <a:r>
                        <a:rPr lang="en-US" altLang="ja-JP" sz="1600" u="none" strike="noStrike" dirty="0">
                          <a:effectLst/>
                          <a:latin typeface="+mj-ea"/>
                          <a:ea typeface="+mj-ea"/>
                        </a:rPr>
                        <a:t>RG-CUT</a:t>
                      </a:r>
                      <a:r>
                        <a:rPr lang="ja-JP" altLang="en-US" sz="1600" u="none" strike="noStrike" dirty="0">
                          <a:effectLst/>
                          <a:latin typeface="+mj-ea"/>
                          <a:ea typeface="+mj-ea"/>
                        </a:rPr>
                        <a:t>の「</a:t>
                      </a:r>
                      <a:r>
                        <a:rPr lang="en-US" altLang="ja-JP" sz="1600" u="none" strike="noStrike" dirty="0">
                          <a:effectLst/>
                          <a:latin typeface="+mj-ea"/>
                          <a:ea typeface="+mj-ea"/>
                        </a:rPr>
                        <a:t>SD</a:t>
                      </a:r>
                      <a:r>
                        <a:rPr lang="ja-JP" altLang="en-US" sz="1600" u="none" strike="noStrike" dirty="0">
                          <a:effectLst/>
                          <a:latin typeface="+mj-ea"/>
                          <a:ea typeface="+mj-ea"/>
                        </a:rPr>
                        <a:t>が平均値の</a:t>
                      </a:r>
                      <a:r>
                        <a:rPr lang="en-US" altLang="ja-JP" sz="1600" u="none" strike="noStrike" dirty="0">
                          <a:effectLst/>
                          <a:latin typeface="+mj-ea"/>
                          <a:ea typeface="+mj-ea"/>
                        </a:rPr>
                        <a:t>1/2</a:t>
                      </a:r>
                      <a:r>
                        <a:rPr lang="ja-JP" altLang="en-US" sz="1600" u="none" strike="noStrike" dirty="0">
                          <a:effectLst/>
                          <a:latin typeface="+mj-ea"/>
                          <a:ea typeface="+mj-ea"/>
                        </a:rPr>
                        <a:t>を超える」チェックの撤廃</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4194365947"/>
                  </a:ext>
                </a:extLst>
              </a:tr>
              <a:tr h="450684">
                <a:tc>
                  <a:txBody>
                    <a:bodyPr/>
                    <a:lstStyle/>
                    <a:p>
                      <a:pPr algn="r" fontAlgn="ctr"/>
                      <a:r>
                        <a:rPr lang="en-US" altLang="ja-JP" sz="1600" u="none" strike="noStrike" dirty="0">
                          <a:effectLst/>
                          <a:latin typeface="+mj-ea"/>
                          <a:ea typeface="+mj-ea"/>
                        </a:rPr>
                        <a:t>1-7</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srgbClr val="000000"/>
                          </a:solidFill>
                          <a:effectLst/>
                          <a:uLnTx/>
                          <a:uFillTx/>
                          <a:latin typeface="Meiryo UI"/>
                          <a:ea typeface="Meiryo UI"/>
                          <a:cs typeface="+mn-cs"/>
                        </a:rPr>
                        <a:t>安定稼働</a:t>
                      </a:r>
                    </a:p>
                  </a:txBody>
                  <a:tcPr marL="5772" marR="5772" marT="5772" marB="0" anchor="ctr"/>
                </a:tc>
                <a:tc>
                  <a:txBody>
                    <a:bodyPr/>
                    <a:lstStyle/>
                    <a:p>
                      <a:pPr algn="l" fontAlgn="ctr"/>
                      <a:r>
                        <a:rPr lang="ja-JP" altLang="en-US" sz="1600" u="none" strike="noStrike" dirty="0">
                          <a:effectLst/>
                          <a:latin typeface="+mj-ea"/>
                          <a:ea typeface="+mj-ea"/>
                        </a:rPr>
                        <a:t>利用者情報の</a:t>
                      </a:r>
                      <a:r>
                        <a:rPr lang="en-US" altLang="ja-JP" sz="1600" u="none" strike="noStrike" dirty="0">
                          <a:effectLst/>
                          <a:latin typeface="+mj-ea"/>
                          <a:ea typeface="+mj-ea"/>
                        </a:rPr>
                        <a:t>Web</a:t>
                      </a:r>
                      <a:r>
                        <a:rPr lang="ja-JP" altLang="en-US" sz="1600" u="none" strike="noStrike" dirty="0">
                          <a:effectLst/>
                          <a:latin typeface="+mj-ea"/>
                          <a:ea typeface="+mj-ea"/>
                        </a:rPr>
                        <a:t>名の略称</a:t>
                      </a:r>
                      <a:r>
                        <a:rPr lang="en-US" altLang="ja-JP" sz="1600" u="none" strike="noStrike" dirty="0">
                          <a:effectLst/>
                          <a:latin typeface="+mj-ea"/>
                          <a:ea typeface="+mj-ea"/>
                        </a:rPr>
                        <a:t>NULL</a:t>
                      </a:r>
                      <a:r>
                        <a:rPr lang="ja-JP" altLang="en-US" sz="1600" u="none" strike="noStrike" dirty="0">
                          <a:effectLst/>
                          <a:latin typeface="+mj-ea"/>
                          <a:ea typeface="+mj-ea"/>
                        </a:rPr>
                        <a:t>対応</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1791651218"/>
                  </a:ext>
                </a:extLst>
              </a:tr>
              <a:tr h="450684">
                <a:tc>
                  <a:txBody>
                    <a:bodyPr/>
                    <a:lstStyle/>
                    <a:p>
                      <a:pPr algn="r" fontAlgn="ctr"/>
                      <a:r>
                        <a:rPr lang="en-US" altLang="ja-JP" sz="1600" u="none" strike="noStrike" dirty="0">
                          <a:effectLst/>
                          <a:latin typeface="+mj-ea"/>
                          <a:ea typeface="+mj-ea"/>
                        </a:rPr>
                        <a:t>1-8</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新機能</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マンスリーサービスモニタリングの機能拡充（</a:t>
                      </a:r>
                      <a:r>
                        <a:rPr lang="en-US" altLang="ja-JP" sz="1600" u="none" strike="noStrike" dirty="0">
                          <a:effectLst/>
                          <a:latin typeface="+mj-ea"/>
                          <a:ea typeface="+mj-ea"/>
                        </a:rPr>
                        <a:t>QC</a:t>
                      </a:r>
                      <a:r>
                        <a:rPr lang="ja-JP" altLang="en-US" sz="1600" u="none" strike="noStrike" dirty="0">
                          <a:effectLst/>
                          <a:latin typeface="+mj-ea"/>
                          <a:ea typeface="+mj-ea"/>
                        </a:rPr>
                        <a:t>レポート発行装置の見分け）</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140271200"/>
                  </a:ext>
                </a:extLst>
              </a:tr>
              <a:tr h="450684">
                <a:tc>
                  <a:txBody>
                    <a:bodyPr/>
                    <a:lstStyle/>
                    <a:p>
                      <a:pPr algn="r" fontAlgn="ctr"/>
                      <a:r>
                        <a:rPr lang="en-US" altLang="ja-JP" sz="1600" u="none" strike="noStrike" dirty="0">
                          <a:effectLst/>
                          <a:latin typeface="+mj-ea"/>
                          <a:ea typeface="+mj-ea"/>
                        </a:rPr>
                        <a:t>1-9</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新機能</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マンスリーサービスモニタリングの機能拡充（</a:t>
                      </a:r>
                      <a:r>
                        <a:rPr lang="en-US" altLang="ja-JP" sz="1600" u="none" strike="noStrike" dirty="0">
                          <a:effectLst/>
                          <a:latin typeface="+mj-ea"/>
                          <a:ea typeface="+mj-ea"/>
                        </a:rPr>
                        <a:t>Web</a:t>
                      </a:r>
                      <a:r>
                        <a:rPr lang="ja-JP" altLang="en-US" sz="1600" u="none" strike="noStrike" dirty="0">
                          <a:effectLst/>
                          <a:latin typeface="+mj-ea"/>
                          <a:ea typeface="+mj-ea"/>
                        </a:rPr>
                        <a:t>アクセスの詳細）　</a:t>
                      </a:r>
                      <a:r>
                        <a:rPr lang="en-US" altLang="ja-JP" sz="1600" u="none" strike="noStrike" dirty="0">
                          <a:effectLst/>
                          <a:latin typeface="+mj-ea"/>
                          <a:ea typeface="+mj-ea"/>
                        </a:rPr>
                        <a:t>※</a:t>
                      </a:r>
                      <a:r>
                        <a:rPr lang="ja-JP" altLang="en-US" sz="1600" u="none" strike="noStrike" dirty="0">
                          <a:effectLst/>
                          <a:latin typeface="+mj-ea"/>
                          <a:ea typeface="+mj-ea"/>
                        </a:rPr>
                        <a:t>法規制確認</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1526714279"/>
                  </a:ext>
                </a:extLst>
              </a:tr>
              <a:tr h="252063">
                <a:tc>
                  <a:txBody>
                    <a:bodyPr/>
                    <a:lstStyle/>
                    <a:p>
                      <a:pPr algn="r" fontAlgn="ctr"/>
                      <a:r>
                        <a:rPr lang="en-US" altLang="ja-JP" sz="1600" b="0" i="0" u="none" strike="noStrike" dirty="0">
                          <a:solidFill>
                            <a:srgbClr val="000000"/>
                          </a:solidFill>
                          <a:effectLst/>
                          <a:latin typeface="+mj-ea"/>
                          <a:ea typeface="+mj-ea"/>
                        </a:rPr>
                        <a:t>1-10</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en-US" altLang="ja-JP" sz="1600" b="0" i="0" u="none" strike="noStrike" dirty="0">
                          <a:solidFill>
                            <a:srgbClr val="000000"/>
                          </a:solidFill>
                          <a:effectLst/>
                          <a:latin typeface="+mj-ea"/>
                          <a:ea typeface="+mj-ea"/>
                        </a:rPr>
                        <a:t>Staging</a:t>
                      </a:r>
                      <a:r>
                        <a:rPr lang="ja-JP" altLang="en-US" sz="1600" b="0" i="0" u="none" strike="noStrike" dirty="0">
                          <a:solidFill>
                            <a:srgbClr val="000000"/>
                          </a:solidFill>
                          <a:effectLst/>
                          <a:latin typeface="+mj-ea"/>
                          <a:ea typeface="+mj-ea"/>
                        </a:rPr>
                        <a:t>環境と</a:t>
                      </a:r>
                      <a:r>
                        <a:rPr lang="en-US" altLang="ja-JP" sz="1600" b="0" i="0" u="none" strike="noStrike" dirty="0">
                          <a:solidFill>
                            <a:srgbClr val="000000"/>
                          </a:solidFill>
                          <a:effectLst/>
                          <a:latin typeface="+mj-ea"/>
                          <a:ea typeface="+mj-ea"/>
                        </a:rPr>
                        <a:t>QA</a:t>
                      </a:r>
                      <a:r>
                        <a:rPr lang="ja-JP" altLang="en-US" sz="1600" b="0" i="0" u="none" strike="noStrike" dirty="0">
                          <a:solidFill>
                            <a:srgbClr val="000000"/>
                          </a:solidFill>
                          <a:effectLst/>
                          <a:latin typeface="+mj-ea"/>
                          <a:ea typeface="+mj-ea"/>
                        </a:rPr>
                        <a:t>環境の分離</a:t>
                      </a:r>
                    </a:p>
                  </a:txBody>
                  <a:tcPr marL="5772" marR="5772" marT="5772" marB="0" anchor="ctr"/>
                </a:tc>
                <a:extLst>
                  <a:ext uri="{0D108BD9-81ED-4DB2-BD59-A6C34878D82A}">
                    <a16:rowId xmlns:a16="http://schemas.microsoft.com/office/drawing/2014/main" val="3763420350"/>
                  </a:ext>
                </a:extLst>
              </a:tr>
              <a:tr h="252063">
                <a:tc>
                  <a:txBody>
                    <a:bodyPr/>
                    <a:lstStyle/>
                    <a:p>
                      <a:pPr algn="r" fontAlgn="ctr"/>
                      <a:r>
                        <a:rPr lang="en-US" altLang="ja-JP" sz="1600" b="0" i="0" u="none" strike="noStrike" dirty="0">
                          <a:solidFill>
                            <a:srgbClr val="000000"/>
                          </a:solidFill>
                          <a:effectLst/>
                          <a:latin typeface="+mj-ea"/>
                          <a:ea typeface="+mj-ea"/>
                        </a:rPr>
                        <a:t>1-11</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en-US" altLang="ja-JP" sz="1600" b="0" i="0" u="none" strike="noStrike" dirty="0">
                          <a:solidFill>
                            <a:srgbClr val="000000"/>
                          </a:solidFill>
                          <a:effectLst/>
                          <a:latin typeface="+mj-ea"/>
                          <a:ea typeface="+mj-ea"/>
                        </a:rPr>
                        <a:t>Angular</a:t>
                      </a:r>
                      <a:r>
                        <a:rPr lang="ja-JP" altLang="en-US" sz="1600" b="0" i="0" u="none" strike="noStrike" dirty="0">
                          <a:solidFill>
                            <a:srgbClr val="000000"/>
                          </a:solidFill>
                          <a:effectLst/>
                          <a:latin typeface="+mj-ea"/>
                          <a:ea typeface="+mj-ea"/>
                        </a:rPr>
                        <a:t>バージョンアップ対応</a:t>
                      </a:r>
                    </a:p>
                  </a:txBody>
                  <a:tcPr marL="5772" marR="5772" marT="5772" marB="0" anchor="ctr"/>
                </a:tc>
                <a:extLst>
                  <a:ext uri="{0D108BD9-81ED-4DB2-BD59-A6C34878D82A}">
                    <a16:rowId xmlns:a16="http://schemas.microsoft.com/office/drawing/2014/main" val="3627032781"/>
                  </a:ext>
                </a:extLst>
              </a:tr>
              <a:tr h="252063">
                <a:tc>
                  <a:txBody>
                    <a:bodyPr/>
                    <a:lstStyle/>
                    <a:p>
                      <a:pPr algn="r" fontAlgn="ctr"/>
                      <a:r>
                        <a:rPr lang="en-US" altLang="ja-JP" sz="1600" b="0" i="0" u="none" strike="noStrike" dirty="0">
                          <a:solidFill>
                            <a:srgbClr val="000000"/>
                          </a:solidFill>
                          <a:effectLst/>
                          <a:latin typeface="+mj-ea"/>
                          <a:ea typeface="+mj-ea"/>
                        </a:rPr>
                        <a:t>1-12</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ja-JP" altLang="en-US" sz="1600" b="0" i="0" u="none" strike="noStrike" dirty="0">
                          <a:solidFill>
                            <a:srgbClr val="000000"/>
                          </a:solidFill>
                          <a:effectLst/>
                          <a:latin typeface="+mj-ea"/>
                          <a:ea typeface="+mj-ea"/>
                        </a:rPr>
                        <a:t>受付エラー：</a:t>
                      </a:r>
                      <a:r>
                        <a:rPr lang="en-US" altLang="ja-JP" sz="1600" b="0" i="0" u="none" strike="noStrike" dirty="0">
                          <a:solidFill>
                            <a:srgbClr val="000000"/>
                          </a:solidFill>
                          <a:effectLst/>
                          <a:latin typeface="+mj-ea"/>
                          <a:ea typeface="+mj-ea"/>
                        </a:rPr>
                        <a:t>1042/1043</a:t>
                      </a:r>
                      <a:r>
                        <a:rPr lang="ja-JP" altLang="en-US" sz="1600" b="0" i="0" u="none" strike="noStrike" dirty="0">
                          <a:solidFill>
                            <a:srgbClr val="000000"/>
                          </a:solidFill>
                          <a:effectLst/>
                          <a:latin typeface="+mj-ea"/>
                          <a:ea typeface="+mj-ea"/>
                        </a:rPr>
                        <a:t>の画面表示</a:t>
                      </a:r>
                    </a:p>
                  </a:txBody>
                  <a:tcPr marL="5772" marR="5772" marT="5772" marB="0" anchor="ctr"/>
                </a:tc>
                <a:extLst>
                  <a:ext uri="{0D108BD9-81ED-4DB2-BD59-A6C34878D82A}">
                    <a16:rowId xmlns:a16="http://schemas.microsoft.com/office/drawing/2014/main" val="1642658680"/>
                  </a:ext>
                </a:extLst>
              </a:tr>
            </a:tbl>
          </a:graphicData>
        </a:graphic>
      </p:graphicFrame>
      <p:sp>
        <p:nvSpPr>
          <p:cNvPr id="6" name="正方形/長方形 5">
            <a:extLst>
              <a:ext uri="{FF2B5EF4-FFF2-40B4-BE49-F238E27FC236}">
                <a16:creationId xmlns:a16="http://schemas.microsoft.com/office/drawing/2014/main" id="{DDC9F8CD-9F9D-4E54-A52B-938FA626B30B}"/>
              </a:ext>
            </a:extLst>
          </p:cNvPr>
          <p:cNvSpPr/>
          <p:nvPr/>
        </p:nvSpPr>
        <p:spPr>
          <a:xfrm>
            <a:off x="7464152" y="834022"/>
            <a:ext cx="3885654" cy="1226826"/>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開発への確認</a:t>
            </a:r>
            <a:endParaRPr kumimoji="1" lang="en-US" altLang="ja-JP" sz="1400" dirty="0">
              <a:solidFill>
                <a:schemeClr val="tx1"/>
              </a:solidFill>
            </a:endParaRPr>
          </a:p>
          <a:p>
            <a:r>
              <a:rPr lang="ja-JP" altLang="en-US" sz="1400" dirty="0">
                <a:solidFill>
                  <a:schemeClr val="tx1"/>
                </a:solidFill>
              </a:rPr>
              <a:t>・</a:t>
            </a:r>
            <a:r>
              <a:rPr lang="en-US" altLang="ja-JP" sz="1400" dirty="0">
                <a:solidFill>
                  <a:schemeClr val="tx1"/>
                </a:solidFill>
              </a:rPr>
              <a:t>1-1</a:t>
            </a:r>
            <a:r>
              <a:rPr lang="ja-JP" altLang="en-US" sz="1400" dirty="0">
                <a:solidFill>
                  <a:schemeClr val="tx1"/>
                </a:solidFill>
              </a:rPr>
              <a:t>について</a:t>
            </a:r>
            <a:r>
              <a:rPr lang="en-US" altLang="ja-JP" sz="1400" dirty="0">
                <a:solidFill>
                  <a:schemeClr val="tx1"/>
                </a:solidFill>
              </a:rPr>
              <a:t>V_PARAUNITS</a:t>
            </a:r>
            <a:r>
              <a:rPr lang="ja-JP" altLang="en-US" sz="1400" dirty="0">
                <a:solidFill>
                  <a:schemeClr val="tx1"/>
                </a:solidFill>
              </a:rPr>
              <a:t>についても差分登録対象にした場合に、工数インパクトはどれぐらいありますか。</a:t>
            </a:r>
            <a:endParaRPr lang="en-US" altLang="ja-JP" sz="1400" dirty="0">
              <a:solidFill>
                <a:schemeClr val="tx1"/>
              </a:solidFill>
            </a:endParaRPr>
          </a:p>
          <a:p>
            <a:r>
              <a:rPr kumimoji="1" lang="ja-JP" altLang="en-US" sz="1400" dirty="0">
                <a:solidFill>
                  <a:schemeClr val="tx1"/>
                </a:solidFill>
              </a:rPr>
              <a:t>全件対象はこの</a:t>
            </a:r>
            <a:r>
              <a:rPr kumimoji="1" lang="en-US" altLang="ja-JP" sz="1400" dirty="0">
                <a:solidFill>
                  <a:schemeClr val="tx1"/>
                </a:solidFill>
              </a:rPr>
              <a:t>2</a:t>
            </a:r>
            <a:r>
              <a:rPr kumimoji="1" lang="ja-JP" altLang="en-US" sz="1400" dirty="0">
                <a:solidFill>
                  <a:schemeClr val="tx1"/>
                </a:solidFill>
              </a:rPr>
              <a:t>つであっていますか。</a:t>
            </a:r>
          </a:p>
        </p:txBody>
      </p:sp>
    </p:spTree>
    <p:extLst>
      <p:ext uri="{BB962C8B-B14F-4D97-AF65-F5344CB8AC3E}">
        <p14:creationId xmlns:p14="http://schemas.microsoft.com/office/powerpoint/2010/main" val="489493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37B1989-7342-4465-B5D7-0C11D4C90EF3}"/>
              </a:ext>
            </a:extLst>
          </p:cNvPr>
          <p:cNvSpPr>
            <a:spLocks noGrp="1"/>
          </p:cNvSpPr>
          <p:nvPr>
            <p:ph type="sldNum" sz="quarter" idx="16"/>
          </p:nvPr>
        </p:nvSpPr>
        <p:spPr>
          <a:xfrm>
            <a:off x="11599104" y="6563270"/>
            <a:ext cx="349775" cy="253916"/>
          </a:xfrm>
        </p:spPr>
        <p:txBody>
          <a:bodyPr wrap="none" anchor="ctr">
            <a:normAutofit/>
          </a:bodyPr>
          <a:lstStyle/>
          <a:p>
            <a:pPr>
              <a:spcAft>
                <a:spcPts val="600"/>
              </a:spcAft>
            </a:pPr>
            <a:fld id="{982DF7F2-B14C-47C5-B9A4-9372430F170B}" type="slidenum">
              <a:rPr lang="ja-JP" altLang="en-US" smtClean="0"/>
              <a:pPr>
                <a:spcAft>
                  <a:spcPts val="600"/>
                </a:spcAft>
              </a:pPr>
              <a:t>3</a:t>
            </a:fld>
            <a:endParaRPr lang="ja-JP" altLang="en-US"/>
          </a:p>
        </p:txBody>
      </p:sp>
      <p:sp>
        <p:nvSpPr>
          <p:cNvPr id="4" name="タイトル 3">
            <a:extLst>
              <a:ext uri="{FF2B5EF4-FFF2-40B4-BE49-F238E27FC236}">
                <a16:creationId xmlns:a16="http://schemas.microsoft.com/office/drawing/2014/main" id="{FC774C6F-728D-4D01-9E4E-DDBF01F7EFC7}"/>
              </a:ext>
            </a:extLst>
          </p:cNvPr>
          <p:cNvSpPr>
            <a:spLocks noGrp="1"/>
          </p:cNvSpPr>
          <p:nvPr>
            <p:ph type="title"/>
          </p:nvPr>
        </p:nvSpPr>
        <p:spPr>
          <a:xfrm>
            <a:off x="338400" y="236026"/>
            <a:ext cx="11260704" cy="584775"/>
          </a:xfrm>
        </p:spPr>
        <p:txBody>
          <a:bodyPr wrap="square" anchor="ctr">
            <a:normAutofit/>
          </a:bodyPr>
          <a:lstStyle/>
          <a:p>
            <a:r>
              <a:rPr kumimoji="1" lang="en-US" altLang="ja-JP" dirty="0" err="1"/>
              <a:t>Caresphere</a:t>
            </a:r>
            <a:r>
              <a:rPr lang="ja-JP" altLang="en-US" dirty="0"/>
              <a:t> </a:t>
            </a:r>
            <a:r>
              <a:rPr lang="en-US" altLang="ja-JP" dirty="0"/>
              <a:t>XQC</a:t>
            </a:r>
            <a:r>
              <a:rPr lang="ja-JP" altLang="en-US" dirty="0"/>
              <a:t> </a:t>
            </a:r>
            <a:r>
              <a:rPr lang="en-US" altLang="ja-JP" dirty="0"/>
              <a:t>Ver.1.6.1</a:t>
            </a:r>
            <a:r>
              <a:rPr lang="ja-JP" altLang="en-US" dirty="0"/>
              <a:t>　インフラからの要求事項一覧</a:t>
            </a:r>
            <a:endParaRPr kumimoji="1" lang="ja-JP" altLang="en-US" dirty="0"/>
          </a:p>
        </p:txBody>
      </p:sp>
      <p:graphicFrame>
        <p:nvGraphicFramePr>
          <p:cNvPr id="5" name="表 4">
            <a:extLst>
              <a:ext uri="{FF2B5EF4-FFF2-40B4-BE49-F238E27FC236}">
                <a16:creationId xmlns:a16="http://schemas.microsoft.com/office/drawing/2014/main" id="{C9C54927-FD91-4D42-9D76-FFDE194C7F77}"/>
              </a:ext>
            </a:extLst>
          </p:cNvPr>
          <p:cNvGraphicFramePr>
            <a:graphicFrameLocks noGrp="1"/>
          </p:cNvGraphicFramePr>
          <p:nvPr>
            <p:extLst>
              <p:ext uri="{D42A27DB-BD31-4B8C-83A1-F6EECF244321}">
                <p14:modId xmlns:p14="http://schemas.microsoft.com/office/powerpoint/2010/main" val="1777870613"/>
              </p:ext>
            </p:extLst>
          </p:nvPr>
        </p:nvGraphicFramePr>
        <p:xfrm>
          <a:off x="338400" y="1052736"/>
          <a:ext cx="11446232" cy="2664380"/>
        </p:xfrm>
        <a:graphic>
          <a:graphicData uri="http://schemas.openxmlformats.org/drawingml/2006/table">
            <a:tbl>
              <a:tblPr firstRow="1" bandRow="1">
                <a:tableStyleId>{5C22544A-7EE6-4342-B048-85BDC9FD1C3A}</a:tableStyleId>
              </a:tblPr>
              <a:tblGrid>
                <a:gridCol w="573024">
                  <a:extLst>
                    <a:ext uri="{9D8B030D-6E8A-4147-A177-3AD203B41FA5}">
                      <a16:colId xmlns:a16="http://schemas.microsoft.com/office/drawing/2014/main" val="3074152275"/>
                    </a:ext>
                  </a:extLst>
                </a:gridCol>
                <a:gridCol w="1440160">
                  <a:extLst>
                    <a:ext uri="{9D8B030D-6E8A-4147-A177-3AD203B41FA5}">
                      <a16:colId xmlns:a16="http://schemas.microsoft.com/office/drawing/2014/main" val="3435461597"/>
                    </a:ext>
                  </a:extLst>
                </a:gridCol>
                <a:gridCol w="9433048">
                  <a:extLst>
                    <a:ext uri="{9D8B030D-6E8A-4147-A177-3AD203B41FA5}">
                      <a16:colId xmlns:a16="http://schemas.microsoft.com/office/drawing/2014/main" val="3931216216"/>
                    </a:ext>
                  </a:extLst>
                </a:gridCol>
              </a:tblGrid>
              <a:tr h="410960">
                <a:tc>
                  <a:txBody>
                    <a:bodyPr/>
                    <a:lstStyle/>
                    <a:p>
                      <a:pPr algn="ctr" fontAlgn="ctr"/>
                      <a:r>
                        <a:rPr lang="en-US" sz="1600" u="none" strike="noStrike" dirty="0">
                          <a:effectLst/>
                          <a:latin typeface="+mj-ea"/>
                          <a:ea typeface="+mj-ea"/>
                        </a:rPr>
                        <a:t>No.</a:t>
                      </a:r>
                      <a:endParaRPr lang="en-US" sz="1600" b="0" i="0" u="none" strike="noStrike" dirty="0">
                        <a:solidFill>
                          <a:srgbClr val="000000"/>
                        </a:solidFill>
                        <a:effectLst/>
                        <a:latin typeface="+mj-ea"/>
                        <a:ea typeface="+mj-ea"/>
                      </a:endParaRPr>
                    </a:p>
                  </a:txBody>
                  <a:tcPr marL="5772" marR="5772" marT="5772" marB="0" anchor="ctr"/>
                </a:tc>
                <a:tc>
                  <a:txBody>
                    <a:bodyPr/>
                    <a:lstStyle/>
                    <a:p>
                      <a:pPr algn="ctr" fontAlgn="ctr"/>
                      <a:r>
                        <a:rPr lang="ja-JP" altLang="en-US" sz="1600" u="none" strike="noStrike" dirty="0">
                          <a:effectLst/>
                          <a:latin typeface="+mj-ea"/>
                          <a:ea typeface="+mj-ea"/>
                        </a:rPr>
                        <a:t>カテゴリ</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ctr" fontAlgn="ctr"/>
                      <a:r>
                        <a:rPr lang="ja-JP" altLang="en-US" sz="1600" u="none" strike="noStrike" dirty="0">
                          <a:effectLst/>
                          <a:latin typeface="+mj-ea"/>
                          <a:ea typeface="+mj-ea"/>
                        </a:rPr>
                        <a:t>要求タイトル</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998863835"/>
                  </a:ext>
                </a:extLst>
              </a:tr>
              <a:tr h="450684">
                <a:tc>
                  <a:txBody>
                    <a:bodyPr/>
                    <a:lstStyle/>
                    <a:p>
                      <a:pPr algn="r" fontAlgn="ctr"/>
                      <a:r>
                        <a:rPr lang="en-US" altLang="ja-JP" sz="1600" u="none" strike="noStrike" dirty="0">
                          <a:effectLst/>
                          <a:latin typeface="+mj-ea"/>
                          <a:ea typeface="+mj-ea"/>
                        </a:rPr>
                        <a:t>2-1</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ja-JP" altLang="en-US" sz="1600" u="none" strike="noStrike" dirty="0">
                          <a:effectLst/>
                          <a:latin typeface="+mj-ea"/>
                          <a:ea typeface="+mj-ea"/>
                        </a:rPr>
                        <a:t>新</a:t>
                      </a:r>
                      <a:r>
                        <a:rPr lang="en-US" altLang="ja-JP" sz="1600" u="none" strike="noStrike" dirty="0" err="1">
                          <a:effectLst/>
                          <a:latin typeface="+mj-ea"/>
                          <a:ea typeface="+mj-ea"/>
                        </a:rPr>
                        <a:t>SupportManager</a:t>
                      </a:r>
                      <a:r>
                        <a:rPr lang="ja-JP" altLang="en-US" sz="1600" u="none" strike="noStrike" dirty="0">
                          <a:effectLst/>
                          <a:latin typeface="+mj-ea"/>
                          <a:ea typeface="+mj-ea"/>
                        </a:rPr>
                        <a:t>サーバとのデータ連携</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082800600"/>
                  </a:ext>
                </a:extLst>
              </a:tr>
              <a:tr h="450684">
                <a:tc>
                  <a:txBody>
                    <a:bodyPr/>
                    <a:lstStyle/>
                    <a:p>
                      <a:pPr algn="r" fontAlgn="ctr"/>
                      <a:r>
                        <a:rPr lang="en-US" altLang="ja-JP" sz="1600" u="none" strike="noStrike" dirty="0">
                          <a:effectLst/>
                          <a:latin typeface="+mj-ea"/>
                          <a:ea typeface="+mj-ea"/>
                        </a:rPr>
                        <a:t>2-2</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en-US" altLang="ja-JP" sz="1600" b="0" i="0" u="none" strike="noStrike" dirty="0" err="1">
                          <a:solidFill>
                            <a:srgbClr val="000000"/>
                          </a:solidFill>
                          <a:effectLst/>
                          <a:latin typeface="+mj-ea"/>
                          <a:ea typeface="+mj-ea"/>
                        </a:rPr>
                        <a:t>MapR</a:t>
                      </a:r>
                      <a:r>
                        <a:rPr lang="ja-JP" altLang="en-US" sz="1600" b="0" i="0" u="none" strike="noStrike" dirty="0">
                          <a:solidFill>
                            <a:srgbClr val="000000"/>
                          </a:solidFill>
                          <a:effectLst/>
                          <a:latin typeface="+mj-ea"/>
                          <a:ea typeface="+mj-ea"/>
                        </a:rPr>
                        <a:t>バージョンアップ対応（アプリ側改修）</a:t>
                      </a:r>
                    </a:p>
                  </a:txBody>
                  <a:tcPr marL="5772" marR="5772" marT="5772" marB="0" anchor="ctr"/>
                </a:tc>
                <a:extLst>
                  <a:ext uri="{0D108BD9-81ED-4DB2-BD59-A6C34878D82A}">
                    <a16:rowId xmlns:a16="http://schemas.microsoft.com/office/drawing/2014/main" val="1224520539"/>
                  </a:ext>
                </a:extLst>
              </a:tr>
              <a:tr h="450684">
                <a:tc>
                  <a:txBody>
                    <a:bodyPr/>
                    <a:lstStyle/>
                    <a:p>
                      <a:pPr algn="r" fontAlgn="ctr"/>
                      <a:r>
                        <a:rPr lang="en-US" altLang="ja-JP" sz="1600" u="none" strike="noStrike" dirty="0">
                          <a:effectLst/>
                          <a:latin typeface="+mj-ea"/>
                          <a:ea typeface="+mj-ea"/>
                        </a:rPr>
                        <a:t>2-3</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ja-JP" altLang="en-US" sz="1600" u="none" strike="noStrike" dirty="0">
                          <a:effectLst/>
                          <a:latin typeface="+mj-ea"/>
                          <a:ea typeface="+mj-ea"/>
                        </a:rPr>
                        <a:t>ミドルウエアバージョンアップ対応（アプリ側改修）</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740274737"/>
                  </a:ext>
                </a:extLst>
              </a:tr>
              <a:tr h="450684">
                <a:tc>
                  <a:txBody>
                    <a:bodyPr/>
                    <a:lstStyle/>
                    <a:p>
                      <a:pPr algn="r" fontAlgn="ctr"/>
                      <a:r>
                        <a:rPr lang="en-US" altLang="ja-JP" sz="1600" u="none" strike="noStrike" dirty="0">
                          <a:effectLst/>
                          <a:latin typeface="+mj-ea"/>
                          <a:ea typeface="+mj-ea"/>
                        </a:rPr>
                        <a:t>2-4</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en-US" altLang="ja-JP" sz="1600" u="none" strike="noStrike" dirty="0">
                          <a:effectLst/>
                          <a:latin typeface="+mj-ea"/>
                          <a:ea typeface="+mj-ea"/>
                        </a:rPr>
                        <a:t>MySQL </a:t>
                      </a:r>
                      <a:r>
                        <a:rPr lang="ja-JP" altLang="en-US" sz="1600" u="none" strike="noStrike" dirty="0">
                          <a:effectLst/>
                          <a:latin typeface="+mj-ea"/>
                          <a:ea typeface="+mj-ea"/>
                        </a:rPr>
                        <a:t>パーティショニング、チューニング作業（アプリ側改修）</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377718566"/>
                  </a:ext>
                </a:extLst>
              </a:tr>
              <a:tr h="450684">
                <a:tc>
                  <a:txBody>
                    <a:bodyPr/>
                    <a:lstStyle/>
                    <a:p>
                      <a:pPr algn="r" fontAlgn="ctr"/>
                      <a:r>
                        <a:rPr lang="en-US" altLang="ja-JP" sz="1600" u="none" strike="noStrike" dirty="0">
                          <a:effectLst/>
                          <a:latin typeface="+mj-ea"/>
                          <a:ea typeface="+mj-ea"/>
                        </a:rPr>
                        <a:t>2-5</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ja-JP" altLang="en-US" sz="1600" b="0" i="0" u="none" strike="noStrike" kern="1200" dirty="0">
                          <a:solidFill>
                            <a:srgbClr val="000000"/>
                          </a:solidFill>
                          <a:effectLst/>
                          <a:latin typeface="+mj-ea"/>
                          <a:ea typeface="+mn-ea"/>
                          <a:cs typeface="+mn-cs"/>
                        </a:rPr>
                        <a:t>安定稼働</a:t>
                      </a:r>
                    </a:p>
                  </a:txBody>
                  <a:tcPr marL="5772" marR="5772" marT="5772" marB="0" anchor="ctr"/>
                </a:tc>
                <a:tc>
                  <a:txBody>
                    <a:bodyPr/>
                    <a:lstStyle/>
                    <a:p>
                      <a:pPr algn="l" fontAlgn="ctr"/>
                      <a:r>
                        <a:rPr lang="en-US" altLang="ja-JP" sz="1600" u="none" strike="noStrike" dirty="0" err="1">
                          <a:effectLst/>
                          <a:latin typeface="+mj-ea"/>
                          <a:ea typeface="+mj-ea"/>
                        </a:rPr>
                        <a:t>WebAPI</a:t>
                      </a:r>
                      <a:r>
                        <a:rPr lang="ja-JP" altLang="en-US" sz="1600" u="none" strike="noStrike" dirty="0">
                          <a:effectLst/>
                          <a:latin typeface="+mj-ea"/>
                          <a:ea typeface="+mj-ea"/>
                        </a:rPr>
                        <a:t>からの</a:t>
                      </a:r>
                      <a:r>
                        <a:rPr lang="en-US" altLang="ja-JP" sz="1600" u="none" strike="noStrike" dirty="0" err="1">
                          <a:effectLst/>
                          <a:latin typeface="+mj-ea"/>
                          <a:ea typeface="+mj-ea"/>
                        </a:rPr>
                        <a:t>MapR</a:t>
                      </a:r>
                      <a:r>
                        <a:rPr lang="en-US" altLang="ja-JP" sz="1600" u="none" strike="noStrike" dirty="0">
                          <a:effectLst/>
                          <a:latin typeface="+mj-ea"/>
                          <a:ea typeface="+mj-ea"/>
                        </a:rPr>
                        <a:t>-DB</a:t>
                      </a:r>
                      <a:r>
                        <a:rPr lang="ja-JP" altLang="en-US" sz="1600" u="none" strike="noStrike" dirty="0">
                          <a:effectLst/>
                          <a:latin typeface="+mj-ea"/>
                          <a:ea typeface="+mj-ea"/>
                        </a:rPr>
                        <a:t>アクセスによるパフォーマンス改善</a:t>
                      </a: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3982793362"/>
                  </a:ext>
                </a:extLst>
              </a:tr>
            </a:tbl>
          </a:graphicData>
        </a:graphic>
      </p:graphicFrame>
    </p:spTree>
    <p:extLst>
      <p:ext uri="{BB962C8B-B14F-4D97-AF65-F5344CB8AC3E}">
        <p14:creationId xmlns:p14="http://schemas.microsoft.com/office/powerpoint/2010/main" val="1299018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AB80BA8-6D17-448D-8CCC-4DBDD434A5BA}"/>
              </a:ext>
            </a:extLst>
          </p:cNvPr>
          <p:cNvSpPr>
            <a:spLocks noGrp="1"/>
          </p:cNvSpPr>
          <p:nvPr>
            <p:ph type="sldNum" sz="quarter" idx="16"/>
          </p:nvPr>
        </p:nvSpPr>
        <p:spPr/>
        <p:txBody>
          <a:bodyPr/>
          <a:lstStyle/>
          <a:p>
            <a:fld id="{982DF7F2-B14C-47C5-B9A4-9372430F170B}" type="slidenum">
              <a:rPr lang="ja-JP" altLang="en-US" smtClean="0"/>
              <a:pPr/>
              <a:t>4</a:t>
            </a:fld>
            <a:endParaRPr lang="ja-JP" altLang="en-US"/>
          </a:p>
        </p:txBody>
      </p:sp>
      <p:sp>
        <p:nvSpPr>
          <p:cNvPr id="4" name="タイトル 3">
            <a:extLst>
              <a:ext uri="{FF2B5EF4-FFF2-40B4-BE49-F238E27FC236}">
                <a16:creationId xmlns:a16="http://schemas.microsoft.com/office/drawing/2014/main" id="{FCC3A197-1582-4F41-9B2D-99562D4C65D6}"/>
              </a:ext>
            </a:extLst>
          </p:cNvPr>
          <p:cNvSpPr>
            <a:spLocks noGrp="1"/>
          </p:cNvSpPr>
          <p:nvPr>
            <p:ph type="title"/>
          </p:nvPr>
        </p:nvSpPr>
        <p:spPr/>
        <p:txBody>
          <a:bodyPr/>
          <a:lstStyle/>
          <a:p>
            <a:r>
              <a:rPr lang="ja-JP" altLang="en-US" dirty="0"/>
              <a:t>影響範囲</a:t>
            </a:r>
            <a:endParaRPr kumimoji="1" lang="ja-JP" altLang="en-US" dirty="0"/>
          </a:p>
        </p:txBody>
      </p:sp>
      <p:graphicFrame>
        <p:nvGraphicFramePr>
          <p:cNvPr id="7" name="表 6">
            <a:extLst>
              <a:ext uri="{FF2B5EF4-FFF2-40B4-BE49-F238E27FC236}">
                <a16:creationId xmlns:a16="http://schemas.microsoft.com/office/drawing/2014/main" id="{ABF983B6-5BF0-481F-B6D7-BEDB2EA2D760}"/>
              </a:ext>
            </a:extLst>
          </p:cNvPr>
          <p:cNvGraphicFramePr>
            <a:graphicFrameLocks noGrp="1"/>
          </p:cNvGraphicFramePr>
          <p:nvPr>
            <p:extLst>
              <p:ext uri="{D42A27DB-BD31-4B8C-83A1-F6EECF244321}">
                <p14:modId xmlns:p14="http://schemas.microsoft.com/office/powerpoint/2010/main" val="4222992301"/>
              </p:ext>
            </p:extLst>
          </p:nvPr>
        </p:nvGraphicFramePr>
        <p:xfrm>
          <a:off x="338399" y="908720"/>
          <a:ext cx="11518242" cy="5915173"/>
        </p:xfrm>
        <a:graphic>
          <a:graphicData uri="http://schemas.openxmlformats.org/drawingml/2006/table">
            <a:tbl>
              <a:tblPr firstRow="1" bandRow="1">
                <a:tableStyleId>{5C22544A-7EE6-4342-B048-85BDC9FD1C3A}</a:tableStyleId>
              </a:tblPr>
              <a:tblGrid>
                <a:gridCol w="645033">
                  <a:extLst>
                    <a:ext uri="{9D8B030D-6E8A-4147-A177-3AD203B41FA5}">
                      <a16:colId xmlns:a16="http://schemas.microsoft.com/office/drawing/2014/main" val="3074152275"/>
                    </a:ext>
                  </a:extLst>
                </a:gridCol>
                <a:gridCol w="6420703">
                  <a:extLst>
                    <a:ext uri="{9D8B030D-6E8A-4147-A177-3AD203B41FA5}">
                      <a16:colId xmlns:a16="http://schemas.microsoft.com/office/drawing/2014/main" val="3931216216"/>
                    </a:ext>
                  </a:extLst>
                </a:gridCol>
                <a:gridCol w="870817">
                  <a:extLst>
                    <a:ext uri="{9D8B030D-6E8A-4147-A177-3AD203B41FA5}">
                      <a16:colId xmlns:a16="http://schemas.microsoft.com/office/drawing/2014/main" val="2636822300"/>
                    </a:ext>
                  </a:extLst>
                </a:gridCol>
                <a:gridCol w="870817">
                  <a:extLst>
                    <a:ext uri="{9D8B030D-6E8A-4147-A177-3AD203B41FA5}">
                      <a16:colId xmlns:a16="http://schemas.microsoft.com/office/drawing/2014/main" val="2467566756"/>
                    </a:ext>
                  </a:extLst>
                </a:gridCol>
                <a:gridCol w="852184">
                  <a:extLst>
                    <a:ext uri="{9D8B030D-6E8A-4147-A177-3AD203B41FA5}">
                      <a16:colId xmlns:a16="http://schemas.microsoft.com/office/drawing/2014/main" val="1775668984"/>
                    </a:ext>
                  </a:extLst>
                </a:gridCol>
                <a:gridCol w="1858688">
                  <a:extLst>
                    <a:ext uri="{9D8B030D-6E8A-4147-A177-3AD203B41FA5}">
                      <a16:colId xmlns:a16="http://schemas.microsoft.com/office/drawing/2014/main" val="107804233"/>
                    </a:ext>
                  </a:extLst>
                </a:gridCol>
              </a:tblGrid>
              <a:tr h="410960">
                <a:tc rowSpan="2">
                  <a:txBody>
                    <a:bodyPr/>
                    <a:lstStyle/>
                    <a:p>
                      <a:pPr algn="ctr" fontAlgn="ctr"/>
                      <a:r>
                        <a:rPr lang="en-US" sz="1600" b="1" u="none" strike="noStrike" dirty="0">
                          <a:solidFill>
                            <a:schemeClr val="bg1"/>
                          </a:solidFill>
                          <a:effectLst/>
                          <a:latin typeface="+mj-ea"/>
                          <a:ea typeface="+mj-ea"/>
                        </a:rPr>
                        <a:t>No.</a:t>
                      </a:r>
                      <a:endParaRPr lang="en-US" sz="1600" b="1" i="0" u="none" strike="noStrike" dirty="0">
                        <a:solidFill>
                          <a:schemeClr val="bg1"/>
                        </a:solidFill>
                        <a:effectLst/>
                        <a:latin typeface="+mj-ea"/>
                        <a:ea typeface="+mj-ea"/>
                      </a:endParaRPr>
                    </a:p>
                  </a:txBody>
                  <a:tcPr marL="5772" marR="5772" marT="5772" marB="0" anchor="ctr">
                    <a:solidFill>
                      <a:schemeClr val="accent1"/>
                    </a:solidFill>
                  </a:tcPr>
                </a:tc>
                <a:tc rowSpan="2">
                  <a:txBody>
                    <a:bodyPr/>
                    <a:lstStyle/>
                    <a:p>
                      <a:pPr algn="ctr" fontAlgn="ctr"/>
                      <a:r>
                        <a:rPr lang="ja-JP" altLang="en-US" sz="1600" b="1" u="none" strike="noStrike" dirty="0">
                          <a:solidFill>
                            <a:schemeClr val="bg1"/>
                          </a:solidFill>
                          <a:effectLst/>
                          <a:latin typeface="+mj-ea"/>
                          <a:ea typeface="+mj-ea"/>
                        </a:rPr>
                        <a:t>要求タイトル</a:t>
                      </a:r>
                      <a:endParaRPr lang="ja-JP" altLang="en-US" sz="1600" b="1" i="0" u="none" strike="noStrike" dirty="0">
                        <a:solidFill>
                          <a:schemeClr val="bg1"/>
                        </a:solidFill>
                        <a:effectLst/>
                        <a:latin typeface="+mj-ea"/>
                        <a:ea typeface="+mj-ea"/>
                      </a:endParaRPr>
                    </a:p>
                  </a:txBody>
                  <a:tcPr marL="5772" marR="5772" marT="5772" marB="0" anchor="ctr">
                    <a:solidFill>
                      <a:schemeClr val="accent1"/>
                    </a:solidFill>
                  </a:tcPr>
                </a:tc>
                <a:tc gridSpan="2">
                  <a:txBody>
                    <a:bodyPr/>
                    <a:lstStyle/>
                    <a:p>
                      <a:pPr algn="ctr" fontAlgn="ctr"/>
                      <a:r>
                        <a:rPr lang="en-US" altLang="ja-JP" sz="1600" b="1" i="0" u="none" strike="noStrike" dirty="0">
                          <a:solidFill>
                            <a:schemeClr val="bg1"/>
                          </a:solidFill>
                          <a:effectLst/>
                          <a:latin typeface="+mj-ea"/>
                          <a:ea typeface="+mj-ea"/>
                        </a:rPr>
                        <a:t>Web</a:t>
                      </a:r>
                      <a:r>
                        <a:rPr lang="ja-JP" altLang="en-US" sz="1600" b="1" i="0" u="none" strike="noStrike" dirty="0">
                          <a:solidFill>
                            <a:schemeClr val="bg1"/>
                          </a:solidFill>
                          <a:effectLst/>
                          <a:latin typeface="+mj-ea"/>
                          <a:ea typeface="+mj-ea"/>
                        </a:rPr>
                        <a:t>利用への影響</a:t>
                      </a:r>
                    </a:p>
                  </a:txBody>
                  <a:tcPr marL="5772" marR="5772" marT="5772" marB="0" anchor="ctr">
                    <a:solidFill>
                      <a:schemeClr val="accent1"/>
                    </a:solidFill>
                  </a:tcPr>
                </a:tc>
                <a:tc hMerge="1">
                  <a:txBody>
                    <a:bodyPr/>
                    <a:lstStyle/>
                    <a:p>
                      <a:pPr algn="ctr" fontAlgn="ctr"/>
                      <a:endParaRPr lang="ja-JP" altLang="en-US" sz="1600" b="0" i="0" u="none" strike="noStrike" dirty="0">
                        <a:solidFill>
                          <a:schemeClr val="bg1"/>
                        </a:solidFill>
                        <a:effectLst/>
                        <a:latin typeface="+mj-ea"/>
                        <a:ea typeface="+mj-ea"/>
                      </a:endParaRPr>
                    </a:p>
                  </a:txBody>
                  <a:tcPr marL="5772" marR="5772" marT="5772" marB="0" anchor="ctr">
                    <a:solidFill>
                      <a:schemeClr val="accent1"/>
                    </a:solidFill>
                  </a:tcPr>
                </a:tc>
                <a:tc rowSpan="2">
                  <a:txBody>
                    <a:bodyPr/>
                    <a:lstStyle/>
                    <a:p>
                      <a:pPr algn="ctr" fontAlgn="ctr"/>
                      <a:r>
                        <a:rPr lang="ja-JP" altLang="en-US" sz="1600" b="1" i="0" u="none" strike="noStrike" dirty="0">
                          <a:solidFill>
                            <a:schemeClr val="bg1"/>
                          </a:solidFill>
                          <a:effectLst/>
                          <a:latin typeface="+mj-ea"/>
                          <a:ea typeface="+mj-ea"/>
                        </a:rPr>
                        <a:t>システム</a:t>
                      </a:r>
                      <a:endParaRPr lang="en-US" altLang="ja-JP" sz="1600" b="1" i="0" u="none" strike="noStrike" dirty="0">
                        <a:solidFill>
                          <a:schemeClr val="bg1"/>
                        </a:solidFill>
                        <a:effectLst/>
                        <a:latin typeface="+mj-ea"/>
                        <a:ea typeface="+mj-ea"/>
                      </a:endParaRPr>
                    </a:p>
                    <a:p>
                      <a:pPr algn="ctr" fontAlgn="ctr"/>
                      <a:r>
                        <a:rPr lang="ja-JP" altLang="en-US" sz="1600" b="1" i="0" u="none" strike="noStrike" dirty="0">
                          <a:solidFill>
                            <a:schemeClr val="bg1"/>
                          </a:solidFill>
                          <a:effectLst/>
                          <a:latin typeface="+mj-ea"/>
                          <a:ea typeface="+mj-ea"/>
                        </a:rPr>
                        <a:t>運用への影響</a:t>
                      </a:r>
                      <a:endParaRPr lang="en-US" altLang="ja-JP" sz="1600" b="1" i="0" u="none" strike="noStrike" dirty="0">
                        <a:solidFill>
                          <a:schemeClr val="bg1"/>
                        </a:solidFill>
                        <a:effectLst/>
                        <a:latin typeface="+mj-ea"/>
                        <a:ea typeface="+mj-ea"/>
                      </a:endParaRPr>
                    </a:p>
                  </a:txBody>
                  <a:tcPr marL="5772" marR="5772" marT="5772" marB="0" anchor="ctr">
                    <a:solidFill>
                      <a:schemeClr val="accent1"/>
                    </a:solidFill>
                  </a:tcPr>
                </a:tc>
                <a:tc rowSpan="2">
                  <a:txBody>
                    <a:bodyPr/>
                    <a:lstStyle/>
                    <a:p>
                      <a:pPr algn="ctr" fontAlgn="ctr"/>
                      <a:r>
                        <a:rPr lang="ja-JP" altLang="en-US" sz="1600" b="1" i="0" u="none" strike="noStrike" dirty="0">
                          <a:solidFill>
                            <a:schemeClr val="bg1"/>
                          </a:solidFill>
                          <a:effectLst/>
                          <a:latin typeface="+mj-ea"/>
                          <a:ea typeface="+mj-ea"/>
                        </a:rPr>
                        <a:t>他システム影響への影響</a:t>
                      </a:r>
                    </a:p>
                  </a:txBody>
                  <a:tcPr marL="5772" marR="5772" marT="5772" marB="0" anchor="ctr">
                    <a:solidFill>
                      <a:schemeClr val="accent1"/>
                    </a:solidFill>
                  </a:tcPr>
                </a:tc>
                <a:extLst>
                  <a:ext uri="{0D108BD9-81ED-4DB2-BD59-A6C34878D82A}">
                    <a16:rowId xmlns:a16="http://schemas.microsoft.com/office/drawing/2014/main" val="101606493"/>
                  </a:ext>
                </a:extLst>
              </a:tr>
              <a:tr h="410960">
                <a:tc vMerge="1">
                  <a:txBody>
                    <a:bodyPr/>
                    <a:lstStyle/>
                    <a:p>
                      <a:pPr algn="ctr" fontAlgn="ctr"/>
                      <a:r>
                        <a:rPr lang="en-US" sz="1600" u="none" strike="noStrike" dirty="0">
                          <a:solidFill>
                            <a:schemeClr val="bg1"/>
                          </a:solidFill>
                          <a:effectLst/>
                          <a:latin typeface="+mj-ea"/>
                          <a:ea typeface="+mj-ea"/>
                        </a:rPr>
                        <a:t>No.</a:t>
                      </a:r>
                      <a:endParaRPr lang="en-US" sz="1600" b="0" i="0" u="none" strike="noStrike" dirty="0">
                        <a:solidFill>
                          <a:schemeClr val="bg1"/>
                        </a:solidFill>
                        <a:effectLst/>
                        <a:latin typeface="+mj-ea"/>
                        <a:ea typeface="+mj-ea"/>
                      </a:endParaRPr>
                    </a:p>
                  </a:txBody>
                  <a:tcPr marL="5772" marR="5772" marT="5772" marB="0" anchor="ctr">
                    <a:solidFill>
                      <a:schemeClr val="accent1"/>
                    </a:solidFill>
                  </a:tcPr>
                </a:tc>
                <a:tc vMerge="1">
                  <a:txBody>
                    <a:bodyPr/>
                    <a:lstStyle/>
                    <a:p>
                      <a:pPr algn="ctr" fontAlgn="ctr"/>
                      <a:r>
                        <a:rPr lang="ja-JP" altLang="en-US" sz="1600" u="none" strike="noStrike" dirty="0">
                          <a:solidFill>
                            <a:schemeClr val="bg1"/>
                          </a:solidFill>
                          <a:effectLst/>
                          <a:latin typeface="+mj-ea"/>
                          <a:ea typeface="+mj-ea"/>
                        </a:rPr>
                        <a:t>要求タイトル</a:t>
                      </a:r>
                      <a:endParaRPr lang="ja-JP" altLang="en-US" sz="1600" b="0" i="0" u="none" strike="noStrike" dirty="0">
                        <a:solidFill>
                          <a:schemeClr val="bg1"/>
                        </a:solidFill>
                        <a:effectLst/>
                        <a:latin typeface="+mj-ea"/>
                        <a:ea typeface="+mj-ea"/>
                      </a:endParaRPr>
                    </a:p>
                  </a:txBody>
                  <a:tcPr marL="5772" marR="5772" marT="5772" marB="0" anchor="ctr">
                    <a:solidFill>
                      <a:schemeClr val="accent1"/>
                    </a:solidFill>
                  </a:tcPr>
                </a:tc>
                <a:tc>
                  <a:txBody>
                    <a:bodyPr/>
                    <a:lstStyle/>
                    <a:p>
                      <a:pPr algn="ctr" fontAlgn="ctr"/>
                      <a:r>
                        <a:rPr lang="ja-JP" altLang="en-US" sz="1600" b="1" i="0" u="none" strike="noStrike" dirty="0">
                          <a:solidFill>
                            <a:schemeClr val="bg1"/>
                          </a:solidFill>
                          <a:effectLst/>
                          <a:latin typeface="+mj-ea"/>
                          <a:ea typeface="+mj-ea"/>
                        </a:rPr>
                        <a:t>顧客</a:t>
                      </a:r>
                    </a:p>
                  </a:txBody>
                  <a:tcPr marL="5772" marR="5772" marT="5772" marB="0" anchor="ctr">
                    <a:solidFill>
                      <a:schemeClr val="accent1"/>
                    </a:solidFill>
                  </a:tcPr>
                </a:tc>
                <a:tc>
                  <a:txBody>
                    <a:bodyPr/>
                    <a:lstStyle/>
                    <a:p>
                      <a:pPr algn="ctr" fontAlgn="ctr"/>
                      <a:r>
                        <a:rPr lang="ja-JP" altLang="en-US" sz="1600" b="1" i="0" u="none" strike="noStrike" dirty="0">
                          <a:solidFill>
                            <a:schemeClr val="bg1"/>
                          </a:solidFill>
                          <a:effectLst/>
                          <a:latin typeface="+mj-ea"/>
                          <a:ea typeface="+mj-ea"/>
                        </a:rPr>
                        <a:t>社内</a:t>
                      </a:r>
                    </a:p>
                  </a:txBody>
                  <a:tcPr marL="5772" marR="5772" marT="5772" marB="0" anchor="ctr">
                    <a:solidFill>
                      <a:schemeClr val="accent1"/>
                    </a:solidFill>
                  </a:tcPr>
                </a:tc>
                <a:tc vMerge="1">
                  <a:txBody>
                    <a:bodyPr/>
                    <a:lstStyle/>
                    <a:p>
                      <a:pPr algn="ctr" fontAlgn="ctr"/>
                      <a:r>
                        <a:rPr lang="ja-JP" altLang="en-US" sz="1600" b="0" i="0" u="none" strike="noStrike" dirty="0">
                          <a:solidFill>
                            <a:schemeClr val="bg1"/>
                          </a:solidFill>
                          <a:effectLst/>
                          <a:latin typeface="+mj-ea"/>
                          <a:ea typeface="+mj-ea"/>
                        </a:rPr>
                        <a:t>システム</a:t>
                      </a:r>
                      <a:endParaRPr lang="en-US" altLang="ja-JP" sz="1600" b="0" i="0" u="none" strike="noStrike" dirty="0">
                        <a:solidFill>
                          <a:schemeClr val="bg1"/>
                        </a:solidFill>
                        <a:effectLst/>
                        <a:latin typeface="+mj-ea"/>
                        <a:ea typeface="+mj-ea"/>
                      </a:endParaRPr>
                    </a:p>
                    <a:p>
                      <a:pPr algn="ctr" fontAlgn="ctr"/>
                      <a:r>
                        <a:rPr lang="ja-JP" altLang="en-US" sz="1600" b="0" i="0" u="none" strike="noStrike" dirty="0">
                          <a:solidFill>
                            <a:schemeClr val="bg1"/>
                          </a:solidFill>
                          <a:effectLst/>
                          <a:latin typeface="+mj-ea"/>
                          <a:ea typeface="+mj-ea"/>
                        </a:rPr>
                        <a:t>管理者</a:t>
                      </a:r>
                    </a:p>
                  </a:txBody>
                  <a:tcPr marL="5772" marR="5772" marT="5772" marB="0" anchor="ctr">
                    <a:solidFill>
                      <a:schemeClr val="accent1"/>
                    </a:solidFill>
                  </a:tcPr>
                </a:tc>
                <a:tc vMerge="1">
                  <a:txBody>
                    <a:bodyPr/>
                    <a:lstStyle/>
                    <a:p>
                      <a:pPr algn="ctr" fontAlgn="ctr"/>
                      <a:r>
                        <a:rPr lang="ja-JP" altLang="en-US" sz="1600" b="1" i="0" u="none" strike="noStrike" dirty="0">
                          <a:solidFill>
                            <a:schemeClr val="bg1"/>
                          </a:solidFill>
                          <a:effectLst/>
                          <a:latin typeface="+mj-ea"/>
                          <a:ea typeface="+mj-ea"/>
                        </a:rPr>
                        <a:t>他システム影響</a:t>
                      </a:r>
                    </a:p>
                  </a:txBody>
                  <a:tcPr marL="5772" marR="5772" marT="5772" marB="0" anchor="ctr">
                    <a:solidFill>
                      <a:schemeClr val="accent1"/>
                    </a:solidFill>
                  </a:tcPr>
                </a:tc>
                <a:extLst>
                  <a:ext uri="{0D108BD9-81ED-4DB2-BD59-A6C34878D82A}">
                    <a16:rowId xmlns:a16="http://schemas.microsoft.com/office/drawing/2014/main" val="998863835"/>
                  </a:ext>
                </a:extLst>
              </a:tr>
              <a:tr h="402216">
                <a:tc>
                  <a:txBody>
                    <a:bodyPr/>
                    <a:lstStyle/>
                    <a:p>
                      <a:pPr algn="r" fontAlgn="ctr"/>
                      <a:r>
                        <a:rPr lang="en-US" altLang="ja-JP" sz="1600" b="0" i="0" u="none" strike="noStrike" dirty="0">
                          <a:solidFill>
                            <a:srgbClr val="000000"/>
                          </a:solidFill>
                          <a:effectLst/>
                          <a:latin typeface="+mj-ea"/>
                          <a:ea typeface="+mj-ea"/>
                        </a:rPr>
                        <a:t>1-1</a:t>
                      </a:r>
                    </a:p>
                  </a:txBody>
                  <a:tcPr marL="5772" marR="5772" marT="5772" marB="0" anchor="ctr"/>
                </a:tc>
                <a:tc>
                  <a:txBody>
                    <a:bodyPr/>
                    <a:lstStyle/>
                    <a:p>
                      <a:pPr algn="l" fontAlgn="ctr"/>
                      <a:r>
                        <a:rPr kumimoji="1" lang="en-US" altLang="ja-JP" sz="1600" u="none" strike="noStrike" kern="1200" dirty="0">
                          <a:solidFill>
                            <a:srgbClr val="FF0000"/>
                          </a:solidFill>
                          <a:effectLst/>
                          <a:latin typeface="+mj-ea"/>
                          <a:ea typeface="+mn-ea"/>
                          <a:cs typeface="+mn-cs"/>
                        </a:rPr>
                        <a:t>V_CONTOROL</a:t>
                      </a:r>
                      <a:r>
                        <a:rPr kumimoji="1" lang="ja-JP" altLang="en-US" sz="1600" u="none" strike="noStrike" kern="1200" dirty="0">
                          <a:solidFill>
                            <a:srgbClr val="FF0000"/>
                          </a:solidFill>
                          <a:effectLst/>
                          <a:latin typeface="+mj-ea"/>
                          <a:ea typeface="+mn-ea"/>
                          <a:cs typeface="+mn-cs"/>
                        </a:rPr>
                        <a:t>と</a:t>
                      </a:r>
                      <a:r>
                        <a:rPr lang="en-US" altLang="ja-JP" sz="1600" dirty="0">
                          <a:solidFill>
                            <a:srgbClr val="FF0000"/>
                          </a:solidFill>
                        </a:rPr>
                        <a:t>V_PARAUNITS</a:t>
                      </a:r>
                      <a:r>
                        <a:rPr kumimoji="1" lang="ja-JP" altLang="en-US" sz="1600" u="none" strike="noStrike" kern="1200" dirty="0">
                          <a:solidFill>
                            <a:srgbClr val="FF0000"/>
                          </a:solidFill>
                          <a:effectLst/>
                          <a:latin typeface="+mj-ea"/>
                          <a:ea typeface="+mn-ea"/>
                          <a:cs typeface="+mn-cs"/>
                        </a:rPr>
                        <a:t>を差分登録に変更</a:t>
                      </a:r>
                      <a:endParaRPr kumimoji="1" lang="ja-JP" altLang="en-US" sz="1600" b="0" i="0" u="none" strike="noStrike" kern="1200" dirty="0">
                        <a:solidFill>
                          <a:srgbClr val="FF0000"/>
                        </a:solidFill>
                        <a:effectLst/>
                        <a:latin typeface="+mj-ea"/>
                        <a:ea typeface="+mn-ea"/>
                        <a:cs typeface="+mn-cs"/>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b="0" i="0" u="none" strike="noStrike" dirty="0">
                          <a:solidFill>
                            <a:srgbClr val="000000"/>
                          </a:solidFill>
                          <a:effectLst/>
                          <a:latin typeface="+mj-ea"/>
                          <a:ea typeface="+mj-ea"/>
                        </a:rPr>
                        <a:t>✓</a:t>
                      </a:r>
                    </a:p>
                  </a:txBody>
                  <a:tcPr marL="5772" marR="5772" marT="5772" marB="0" anchor="ctr"/>
                </a:tc>
                <a:tc>
                  <a:txBody>
                    <a:bodyPr/>
                    <a:lstStyle/>
                    <a:p>
                      <a:pPr algn="l" fontAlgn="ctr"/>
                      <a:r>
                        <a:rPr lang="ja-JP" altLang="en-US" sz="1600" b="0" i="0" u="none" strike="noStrike" dirty="0">
                          <a:solidFill>
                            <a:srgbClr val="000000"/>
                          </a:solidFill>
                          <a:effectLst/>
                          <a:latin typeface="+mj-ea"/>
                          <a:ea typeface="+mj-ea"/>
                        </a:rPr>
                        <a:t>マスタ登録ツール</a:t>
                      </a:r>
                    </a:p>
                  </a:txBody>
                  <a:tcPr marL="5772" marR="5772" marT="5772" marB="0" anchor="ctr"/>
                </a:tc>
                <a:extLst>
                  <a:ext uri="{0D108BD9-81ED-4DB2-BD59-A6C34878D82A}">
                    <a16:rowId xmlns:a16="http://schemas.microsoft.com/office/drawing/2014/main" val="2082800600"/>
                  </a:ext>
                </a:extLst>
              </a:tr>
              <a:tr h="450684">
                <a:tc>
                  <a:txBody>
                    <a:bodyPr/>
                    <a:lstStyle/>
                    <a:p>
                      <a:pPr algn="r" fontAlgn="ctr"/>
                      <a:r>
                        <a:rPr lang="en-US" altLang="ja-JP" sz="1600" u="none" strike="noStrike" dirty="0">
                          <a:effectLst/>
                          <a:latin typeface="+mj-ea"/>
                          <a:ea typeface="+mj-ea"/>
                        </a:rPr>
                        <a:t>1-2</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kumimoji="1" lang="en-US" altLang="ja-JP" sz="1600" b="0" i="0" u="none" strike="noStrike" kern="1200" dirty="0">
                          <a:solidFill>
                            <a:srgbClr val="000000"/>
                          </a:solidFill>
                          <a:effectLst/>
                          <a:latin typeface="+mj-ea"/>
                          <a:ea typeface="+mn-ea"/>
                          <a:cs typeface="+mn-cs"/>
                        </a:rPr>
                        <a:t>RHQ</a:t>
                      </a:r>
                      <a:r>
                        <a:rPr kumimoji="1" lang="ja-JP" altLang="en-US" sz="1600" b="0" i="0" u="none" strike="noStrike" kern="1200" dirty="0">
                          <a:solidFill>
                            <a:srgbClr val="000000"/>
                          </a:solidFill>
                          <a:effectLst/>
                          <a:latin typeface="+mj-ea"/>
                          <a:ea typeface="+mn-ea"/>
                          <a:cs typeface="+mn-cs"/>
                        </a:rPr>
                        <a:t>デフォルト設定の変更・</a:t>
                      </a:r>
                      <a:r>
                        <a:rPr kumimoji="1" lang="en-US" altLang="ja-JP" sz="1600" b="0" i="0" u="none" strike="noStrike" kern="1200" dirty="0">
                          <a:solidFill>
                            <a:srgbClr val="000000"/>
                          </a:solidFill>
                          <a:effectLst/>
                          <a:latin typeface="+mj-ea"/>
                          <a:ea typeface="+mn-ea"/>
                          <a:cs typeface="+mn-cs"/>
                        </a:rPr>
                        <a:t>SO</a:t>
                      </a:r>
                      <a:r>
                        <a:rPr kumimoji="1" lang="ja-JP" altLang="en-US" sz="1600" b="0" i="0" u="none" strike="noStrike" kern="1200" dirty="0">
                          <a:solidFill>
                            <a:srgbClr val="000000"/>
                          </a:solidFill>
                          <a:effectLst/>
                          <a:latin typeface="+mj-ea"/>
                          <a:ea typeface="+mn-ea"/>
                          <a:cs typeface="+mn-cs"/>
                        </a:rPr>
                        <a:t>設定反映機能</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b="0" i="0" u="none" strike="noStrike" dirty="0">
                          <a:solidFill>
                            <a:srgbClr val="000000"/>
                          </a:solidFill>
                          <a:effectLst/>
                          <a:latin typeface="+mj-ea"/>
                          <a:ea typeface="+mj-ea"/>
                        </a:rPr>
                        <a:t>（</a:t>
                      </a:r>
                      <a:r>
                        <a:rPr lang="en-US" altLang="ja-JP" sz="1600" b="0" i="0" u="none" strike="noStrike" dirty="0">
                          <a:solidFill>
                            <a:srgbClr val="000000"/>
                          </a:solidFill>
                          <a:effectLst/>
                          <a:latin typeface="+mj-ea"/>
                          <a:ea typeface="+mj-ea"/>
                        </a:rPr>
                        <a:t>GCD</a:t>
                      </a:r>
                      <a:r>
                        <a:rPr lang="ja-JP" altLang="en-US" sz="1600" b="0" i="0" u="none" strike="noStrike" dirty="0">
                          <a:solidFill>
                            <a:srgbClr val="000000"/>
                          </a:solidFill>
                          <a:effectLst/>
                          <a:latin typeface="+mj-ea"/>
                          <a:ea typeface="+mj-ea"/>
                        </a:rPr>
                        <a:t>）</a:t>
                      </a:r>
                    </a:p>
                  </a:txBody>
                  <a:tcPr marL="5772" marR="5772" marT="5772" marB="0" anchor="ctr"/>
                </a:tc>
                <a:extLst>
                  <a:ext uri="{0D108BD9-81ED-4DB2-BD59-A6C34878D82A}">
                    <a16:rowId xmlns:a16="http://schemas.microsoft.com/office/drawing/2014/main" val="1224520539"/>
                  </a:ext>
                </a:extLst>
              </a:tr>
              <a:tr h="450684">
                <a:tc>
                  <a:txBody>
                    <a:bodyPr/>
                    <a:lstStyle/>
                    <a:p>
                      <a:pPr algn="r" fontAlgn="ctr"/>
                      <a:r>
                        <a:rPr lang="en-US" altLang="ja-JP" sz="1600" u="none" strike="noStrike" dirty="0">
                          <a:effectLst/>
                          <a:latin typeface="+mj-ea"/>
                          <a:ea typeface="+mj-ea"/>
                        </a:rPr>
                        <a:t>1-3</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受付エラーとなった異常データの値格納</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740274737"/>
                  </a:ext>
                </a:extLst>
              </a:tr>
              <a:tr h="450684">
                <a:tc>
                  <a:txBody>
                    <a:bodyPr/>
                    <a:lstStyle/>
                    <a:p>
                      <a:pPr algn="r" fontAlgn="ctr"/>
                      <a:r>
                        <a:rPr lang="en-US" altLang="ja-JP" sz="1600" u="none" strike="noStrike" dirty="0">
                          <a:effectLst/>
                          <a:latin typeface="+mj-ea"/>
                          <a:ea typeface="+mj-ea"/>
                        </a:rPr>
                        <a:t>1-4</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sz="1600" u="none" strike="noStrike" dirty="0" err="1">
                          <a:effectLst/>
                          <a:latin typeface="+mj-ea"/>
                          <a:ea typeface="+mj-ea"/>
                        </a:rPr>
                        <a:t>PeerGroupComparison</a:t>
                      </a:r>
                      <a:r>
                        <a:rPr lang="en-US" sz="1600" u="none" strike="noStrike" dirty="0">
                          <a:effectLst/>
                          <a:latin typeface="+mj-ea"/>
                          <a:ea typeface="+mj-ea"/>
                        </a:rPr>
                        <a:t> </a:t>
                      </a:r>
                      <a:r>
                        <a:rPr lang="ja-JP" altLang="en-US" sz="1600" u="none" strike="noStrike" dirty="0">
                          <a:effectLst/>
                          <a:latin typeface="+mj-ea"/>
                          <a:ea typeface="+mj-ea"/>
                        </a:rPr>
                        <a:t>見方ページの母集団 </a:t>
                      </a:r>
                      <a:r>
                        <a:rPr lang="en-US" sz="1600" u="none" strike="noStrike" dirty="0">
                          <a:effectLst/>
                          <a:latin typeface="+mj-ea"/>
                          <a:ea typeface="+mj-ea"/>
                        </a:rPr>
                        <a:t>SD </a:t>
                      </a:r>
                      <a:r>
                        <a:rPr lang="ja-JP" altLang="en-US" sz="1600" u="none" strike="noStrike" dirty="0">
                          <a:effectLst/>
                          <a:latin typeface="+mj-ea"/>
                          <a:ea typeface="+mj-ea"/>
                        </a:rPr>
                        <a:t>説明文の判定方式連動</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377718566"/>
                  </a:ext>
                </a:extLst>
              </a:tr>
              <a:tr h="450684">
                <a:tc>
                  <a:txBody>
                    <a:bodyPr/>
                    <a:lstStyle/>
                    <a:p>
                      <a:pPr algn="r" fontAlgn="ctr"/>
                      <a:r>
                        <a:rPr lang="en-US" altLang="ja-JP" sz="1600" u="none" strike="noStrike" dirty="0">
                          <a:effectLst/>
                          <a:latin typeface="+mj-ea"/>
                          <a:ea typeface="+mj-ea"/>
                        </a:rPr>
                        <a:t>1-5</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u="none" strike="noStrike" dirty="0">
                          <a:effectLst/>
                          <a:latin typeface="+mj-ea"/>
                          <a:ea typeface="+mj-ea"/>
                        </a:rPr>
                        <a:t>QC</a:t>
                      </a:r>
                      <a:r>
                        <a:rPr lang="ja-JP" altLang="en-US" sz="1600" u="none" strike="noStrike" dirty="0">
                          <a:effectLst/>
                          <a:latin typeface="+mj-ea"/>
                          <a:ea typeface="+mj-ea"/>
                        </a:rPr>
                        <a:t>データの単位を変えて登録すると正しく反映されない</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3982793362"/>
                  </a:ext>
                </a:extLst>
              </a:tr>
              <a:tr h="450684">
                <a:tc>
                  <a:txBody>
                    <a:bodyPr/>
                    <a:lstStyle/>
                    <a:p>
                      <a:pPr algn="r" fontAlgn="ctr"/>
                      <a:r>
                        <a:rPr lang="en-US" altLang="ja-JP" sz="1600" u="none" strike="noStrike" dirty="0">
                          <a:effectLst/>
                          <a:latin typeface="+mj-ea"/>
                          <a:ea typeface="+mj-ea"/>
                        </a:rPr>
                        <a:t>1-6</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u="none" strike="noStrike" dirty="0">
                          <a:effectLst/>
                          <a:latin typeface="+mj-ea"/>
                          <a:ea typeface="+mj-ea"/>
                        </a:rPr>
                        <a:t>RG-CUT</a:t>
                      </a:r>
                      <a:r>
                        <a:rPr lang="ja-JP" altLang="en-US" sz="1600" u="none" strike="noStrike" dirty="0">
                          <a:effectLst/>
                          <a:latin typeface="+mj-ea"/>
                          <a:ea typeface="+mj-ea"/>
                        </a:rPr>
                        <a:t>の「</a:t>
                      </a:r>
                      <a:r>
                        <a:rPr lang="en-US" altLang="ja-JP" sz="1600" u="none" strike="noStrike" dirty="0">
                          <a:effectLst/>
                          <a:latin typeface="+mj-ea"/>
                          <a:ea typeface="+mj-ea"/>
                        </a:rPr>
                        <a:t>SD</a:t>
                      </a:r>
                      <a:r>
                        <a:rPr lang="ja-JP" altLang="en-US" sz="1600" u="none" strike="noStrike" dirty="0">
                          <a:effectLst/>
                          <a:latin typeface="+mj-ea"/>
                          <a:ea typeface="+mj-ea"/>
                        </a:rPr>
                        <a:t>が平均値の</a:t>
                      </a:r>
                      <a:r>
                        <a:rPr lang="en-US" altLang="ja-JP" sz="1600" u="none" strike="noStrike" dirty="0">
                          <a:effectLst/>
                          <a:latin typeface="+mj-ea"/>
                          <a:ea typeface="+mj-ea"/>
                        </a:rPr>
                        <a:t>1/2</a:t>
                      </a:r>
                      <a:r>
                        <a:rPr lang="ja-JP" altLang="en-US" sz="1600" u="none" strike="noStrike" dirty="0">
                          <a:effectLst/>
                          <a:latin typeface="+mj-ea"/>
                          <a:ea typeface="+mj-ea"/>
                        </a:rPr>
                        <a:t>を超える」チェックの撤廃</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endParaRPr kumimoji="1" lang="en-US" altLang="ja-JP" sz="1600" b="0" i="0" u="none" strike="noStrike" kern="1200" dirty="0">
                        <a:solidFill>
                          <a:srgbClr val="000000"/>
                        </a:solidFill>
                        <a:effectLst/>
                        <a:latin typeface="+mj-ea"/>
                        <a:ea typeface="+mn-ea"/>
                        <a:cs typeface="+mn-cs"/>
                      </a:endParaRPr>
                    </a:p>
                    <a:p>
                      <a:pPr marL="0" marR="0" lvl="0" indent="0" algn="l" defTabSz="914377"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dirty="0">
                          <a:solidFill>
                            <a:srgbClr val="000000"/>
                          </a:solidFill>
                          <a:effectLst/>
                          <a:latin typeface="+mj-ea"/>
                          <a:ea typeface="+mj-ea"/>
                          <a:cs typeface="+mn-cs"/>
                        </a:rPr>
                        <a:t>※</a:t>
                      </a:r>
                      <a:r>
                        <a:rPr kumimoji="1" lang="ja-JP" altLang="en-US" sz="1200" b="0" i="0" u="none" strike="noStrike" kern="1200" dirty="0">
                          <a:solidFill>
                            <a:srgbClr val="000000"/>
                          </a:solidFill>
                          <a:effectLst/>
                          <a:latin typeface="+mj-ea"/>
                          <a:ea typeface="+mj-ea"/>
                          <a:cs typeface="+mn-cs"/>
                        </a:rPr>
                        <a:t>国内</a:t>
                      </a:r>
                      <a:endParaRPr kumimoji="1" lang="ja-JP" altLang="en-US" sz="1200" b="0" i="0" u="none" strike="noStrike" kern="1200" dirty="0">
                        <a:solidFill>
                          <a:srgbClr val="000000"/>
                        </a:solidFill>
                        <a:effectLst/>
                        <a:latin typeface="+mj-ea"/>
                        <a:ea typeface="+mn-ea"/>
                        <a:cs typeface="+mn-cs"/>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b="0" i="0" u="none" strike="noStrike" dirty="0">
                          <a:solidFill>
                            <a:srgbClr val="000000"/>
                          </a:solidFill>
                          <a:effectLst/>
                          <a:latin typeface="+mj-ea"/>
                          <a:ea typeface="+mj-ea"/>
                        </a:rPr>
                        <a:t>QC Register</a:t>
                      </a:r>
                    </a:p>
                    <a:p>
                      <a:pPr algn="l" fontAlgn="ctr"/>
                      <a:r>
                        <a:rPr lang="en-US" altLang="ja-JP" sz="1200" b="0" i="0" u="none" strike="noStrike" dirty="0">
                          <a:solidFill>
                            <a:srgbClr val="000000"/>
                          </a:solidFill>
                          <a:effectLst/>
                          <a:latin typeface="+mj-ea"/>
                          <a:ea typeface="+mj-ea"/>
                        </a:rPr>
                        <a:t>※</a:t>
                      </a:r>
                      <a:r>
                        <a:rPr lang="ja-JP" altLang="en-US" sz="1200" b="0" i="0" u="none" strike="noStrike" dirty="0">
                          <a:solidFill>
                            <a:srgbClr val="000000"/>
                          </a:solidFill>
                          <a:effectLst/>
                          <a:latin typeface="+mj-ea"/>
                          <a:ea typeface="+mj-ea"/>
                        </a:rPr>
                        <a:t>リリースタイミングを合わせる必要あり</a:t>
                      </a:r>
                    </a:p>
                  </a:txBody>
                  <a:tcPr marL="5772" marR="5772" marT="5772" marB="0" anchor="ctr"/>
                </a:tc>
                <a:extLst>
                  <a:ext uri="{0D108BD9-81ED-4DB2-BD59-A6C34878D82A}">
                    <a16:rowId xmlns:a16="http://schemas.microsoft.com/office/drawing/2014/main" val="4194365947"/>
                  </a:ext>
                </a:extLst>
              </a:tr>
              <a:tr h="450684">
                <a:tc>
                  <a:txBody>
                    <a:bodyPr/>
                    <a:lstStyle/>
                    <a:p>
                      <a:pPr algn="r" fontAlgn="ctr"/>
                      <a:r>
                        <a:rPr lang="en-US" altLang="ja-JP" sz="1600" u="none" strike="noStrike" dirty="0">
                          <a:effectLst/>
                          <a:latin typeface="+mj-ea"/>
                          <a:ea typeface="+mj-ea"/>
                        </a:rPr>
                        <a:t>1-7</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利用者情報の</a:t>
                      </a:r>
                      <a:r>
                        <a:rPr lang="en-US" altLang="ja-JP" sz="1600" u="none" strike="noStrike" dirty="0">
                          <a:effectLst/>
                          <a:latin typeface="+mj-ea"/>
                          <a:ea typeface="+mj-ea"/>
                        </a:rPr>
                        <a:t>Web</a:t>
                      </a:r>
                      <a:r>
                        <a:rPr lang="ja-JP" altLang="en-US" sz="1600" u="none" strike="noStrike" dirty="0">
                          <a:effectLst/>
                          <a:latin typeface="+mj-ea"/>
                          <a:ea typeface="+mj-ea"/>
                        </a:rPr>
                        <a:t>名の略称</a:t>
                      </a:r>
                      <a:r>
                        <a:rPr lang="en-US" altLang="ja-JP" sz="1600" u="none" strike="noStrike" dirty="0">
                          <a:effectLst/>
                          <a:latin typeface="+mj-ea"/>
                          <a:ea typeface="+mj-ea"/>
                        </a:rPr>
                        <a:t>NULL</a:t>
                      </a:r>
                      <a:r>
                        <a:rPr lang="ja-JP" altLang="en-US" sz="1600" u="none" strike="noStrike" dirty="0">
                          <a:effectLst/>
                          <a:latin typeface="+mj-ea"/>
                          <a:ea typeface="+mj-ea"/>
                        </a:rPr>
                        <a:t>対応</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1791651218"/>
                  </a:ext>
                </a:extLst>
              </a:tr>
              <a:tr h="450684">
                <a:tc>
                  <a:txBody>
                    <a:bodyPr/>
                    <a:lstStyle/>
                    <a:p>
                      <a:pPr algn="r" fontAlgn="ctr"/>
                      <a:r>
                        <a:rPr lang="en-US" altLang="ja-JP" sz="1600" u="none" strike="noStrike" dirty="0">
                          <a:effectLst/>
                          <a:latin typeface="+mj-ea"/>
                          <a:ea typeface="+mj-ea"/>
                        </a:rPr>
                        <a:t>1-8</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マンスリーサービスモニタリングの機能拡充（</a:t>
                      </a:r>
                      <a:r>
                        <a:rPr lang="en-US" altLang="ja-JP" sz="1600" u="none" strike="noStrike" dirty="0">
                          <a:effectLst/>
                          <a:latin typeface="+mj-ea"/>
                          <a:ea typeface="+mj-ea"/>
                        </a:rPr>
                        <a:t>QC</a:t>
                      </a:r>
                      <a:r>
                        <a:rPr lang="ja-JP" altLang="en-US" sz="1600" u="none" strike="noStrike" dirty="0">
                          <a:effectLst/>
                          <a:latin typeface="+mj-ea"/>
                          <a:ea typeface="+mj-ea"/>
                        </a:rPr>
                        <a:t>レポート発行装置の見分け）</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endParaRPr kumimoji="1" lang="en-US" altLang="ja-JP" sz="1600" b="0" i="0" u="none" strike="noStrike" kern="1200" dirty="0">
                        <a:solidFill>
                          <a:srgbClr val="000000"/>
                        </a:solidFill>
                        <a:effectLst/>
                        <a:latin typeface="+mj-ea"/>
                        <a:ea typeface="+mj-ea"/>
                        <a:cs typeface="+mn-cs"/>
                      </a:endParaRPr>
                    </a:p>
                    <a:p>
                      <a:pPr marL="0" marR="0" lvl="0" indent="0" algn="l" defTabSz="914377" rtl="0" eaLnBrk="1" fontAlgn="ctr" latinLnBrk="0" hangingPunct="1">
                        <a:lnSpc>
                          <a:spcPct val="100000"/>
                        </a:lnSpc>
                        <a:spcBef>
                          <a:spcPts val="0"/>
                        </a:spcBef>
                        <a:spcAft>
                          <a:spcPts val="0"/>
                        </a:spcAft>
                        <a:buClrTx/>
                        <a:buSzTx/>
                        <a:buFontTx/>
                        <a:buNone/>
                        <a:tabLst/>
                        <a:defRPr/>
                      </a:pPr>
                      <a:r>
                        <a:rPr kumimoji="1" lang="en-US" altLang="ja-JP" sz="1200" b="0" i="0" u="none" strike="noStrike" kern="1200" dirty="0">
                          <a:solidFill>
                            <a:srgbClr val="000000"/>
                          </a:solidFill>
                          <a:effectLst/>
                          <a:latin typeface="+mj-ea"/>
                          <a:ea typeface="+mj-ea"/>
                          <a:cs typeface="+mn-cs"/>
                        </a:rPr>
                        <a:t>※</a:t>
                      </a:r>
                      <a:r>
                        <a:rPr kumimoji="1" lang="ja-JP" altLang="en-US" sz="1200" b="0" i="0" u="none" strike="noStrike" kern="1200" dirty="0">
                          <a:solidFill>
                            <a:srgbClr val="000000"/>
                          </a:solidFill>
                          <a:effectLst/>
                          <a:latin typeface="+mj-ea"/>
                          <a:ea typeface="+mj-ea"/>
                          <a:cs typeface="+mn-cs"/>
                        </a:rPr>
                        <a:t>保守</a:t>
                      </a:r>
                      <a:endParaRPr kumimoji="1" lang="en-US" altLang="ja-JP" sz="1200" b="0" i="0" u="none" strike="noStrike" kern="1200" dirty="0">
                        <a:solidFill>
                          <a:srgbClr val="000000"/>
                        </a:solidFill>
                        <a:effectLst/>
                        <a:latin typeface="+mj-ea"/>
                        <a:ea typeface="+mj-ea"/>
                        <a:cs typeface="+mn-cs"/>
                      </a:endParaRPr>
                    </a:p>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200" b="0" i="0" u="none" strike="noStrike" kern="1200" dirty="0">
                          <a:solidFill>
                            <a:srgbClr val="000000"/>
                          </a:solidFill>
                          <a:effectLst/>
                          <a:latin typeface="+mj-ea"/>
                          <a:ea typeface="+mj-ea"/>
                          <a:cs typeface="+mn-cs"/>
                        </a:rPr>
                        <a:t>報告書</a:t>
                      </a:r>
                      <a:endParaRPr kumimoji="1" lang="ja-JP" altLang="en-US" sz="1200" b="0" i="0" u="none" strike="noStrike" kern="1200" dirty="0">
                        <a:solidFill>
                          <a:srgbClr val="000000"/>
                        </a:solidFill>
                        <a:effectLst/>
                        <a:latin typeface="+mj-ea"/>
                        <a:ea typeface="+mn-ea"/>
                        <a:cs typeface="+mn-cs"/>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140271200"/>
                  </a:ext>
                </a:extLst>
              </a:tr>
              <a:tr h="450684">
                <a:tc>
                  <a:txBody>
                    <a:bodyPr/>
                    <a:lstStyle/>
                    <a:p>
                      <a:pPr algn="r" fontAlgn="ctr"/>
                      <a:r>
                        <a:rPr lang="en-US" altLang="ja-JP" sz="1600" u="none" strike="noStrike" dirty="0">
                          <a:effectLst/>
                          <a:latin typeface="+mj-ea"/>
                          <a:ea typeface="+mj-ea"/>
                        </a:rPr>
                        <a:t>1-9</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マンスリーサービスモニタリングの機能拡充（</a:t>
                      </a:r>
                      <a:r>
                        <a:rPr lang="en-US" altLang="ja-JP" sz="1600" u="none" strike="noStrike" dirty="0">
                          <a:effectLst/>
                          <a:latin typeface="+mj-ea"/>
                          <a:ea typeface="+mj-ea"/>
                        </a:rPr>
                        <a:t>Web</a:t>
                      </a:r>
                      <a:r>
                        <a:rPr lang="ja-JP" altLang="en-US" sz="1600" u="none" strike="noStrike" dirty="0">
                          <a:effectLst/>
                          <a:latin typeface="+mj-ea"/>
                          <a:ea typeface="+mj-ea"/>
                        </a:rPr>
                        <a:t>アクセスの詳細）</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1526714279"/>
                  </a:ext>
                </a:extLst>
              </a:tr>
              <a:tr h="252063">
                <a:tc>
                  <a:txBody>
                    <a:bodyPr/>
                    <a:lstStyle/>
                    <a:p>
                      <a:pPr algn="r" fontAlgn="ctr"/>
                      <a:r>
                        <a:rPr lang="en-US" altLang="ja-JP" sz="1600" b="0" i="0" u="none" strike="noStrike" dirty="0">
                          <a:solidFill>
                            <a:srgbClr val="000000"/>
                          </a:solidFill>
                          <a:effectLst/>
                          <a:latin typeface="+mj-ea"/>
                          <a:ea typeface="+mj-ea"/>
                        </a:rPr>
                        <a:t>1-10</a:t>
                      </a:r>
                    </a:p>
                  </a:txBody>
                  <a:tcPr marL="5772" marR="5772" marT="5772" marB="0" anchor="ctr"/>
                </a:tc>
                <a:tc>
                  <a:txBody>
                    <a:bodyPr/>
                    <a:lstStyle/>
                    <a:p>
                      <a:pPr algn="l" fontAlgn="ctr"/>
                      <a:r>
                        <a:rPr lang="en-US" altLang="ja-JP" sz="1600" b="0" i="0" u="none" strike="noStrike" dirty="0">
                          <a:solidFill>
                            <a:srgbClr val="000000"/>
                          </a:solidFill>
                          <a:effectLst/>
                          <a:latin typeface="+mj-ea"/>
                          <a:ea typeface="+mj-ea"/>
                        </a:rPr>
                        <a:t>Staging</a:t>
                      </a:r>
                      <a:r>
                        <a:rPr lang="ja-JP" altLang="en-US" sz="1600" b="0" i="0" u="none" strike="noStrike" dirty="0">
                          <a:solidFill>
                            <a:srgbClr val="000000"/>
                          </a:solidFill>
                          <a:effectLst/>
                          <a:latin typeface="+mj-ea"/>
                          <a:ea typeface="+mj-ea"/>
                        </a:rPr>
                        <a:t>環境と</a:t>
                      </a:r>
                      <a:r>
                        <a:rPr lang="en-US" altLang="ja-JP" sz="1600" b="0" i="0" u="none" strike="noStrike" dirty="0">
                          <a:solidFill>
                            <a:srgbClr val="000000"/>
                          </a:solidFill>
                          <a:effectLst/>
                          <a:latin typeface="+mj-ea"/>
                          <a:ea typeface="+mj-ea"/>
                        </a:rPr>
                        <a:t>QA</a:t>
                      </a:r>
                      <a:r>
                        <a:rPr lang="ja-JP" altLang="en-US" sz="1600" b="0" i="0" u="none" strike="noStrike" dirty="0">
                          <a:solidFill>
                            <a:srgbClr val="000000"/>
                          </a:solidFill>
                          <a:effectLst/>
                          <a:latin typeface="+mj-ea"/>
                          <a:ea typeface="+mj-ea"/>
                        </a:rPr>
                        <a:t>環境の分離</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3763420350"/>
                  </a:ext>
                </a:extLst>
              </a:tr>
              <a:tr h="252063">
                <a:tc>
                  <a:txBody>
                    <a:bodyPr/>
                    <a:lstStyle/>
                    <a:p>
                      <a:pPr algn="r" fontAlgn="ctr"/>
                      <a:r>
                        <a:rPr lang="en-US" altLang="ja-JP" sz="1600" b="0" i="0" u="none" strike="noStrike" dirty="0">
                          <a:solidFill>
                            <a:srgbClr val="000000"/>
                          </a:solidFill>
                          <a:effectLst/>
                          <a:latin typeface="+mj-ea"/>
                          <a:ea typeface="+mj-ea"/>
                        </a:rPr>
                        <a:t>1-11</a:t>
                      </a:r>
                    </a:p>
                  </a:txBody>
                  <a:tcPr marL="5772" marR="5772" marT="5772" marB="0" anchor="ctr"/>
                </a:tc>
                <a:tc>
                  <a:txBody>
                    <a:bodyPr/>
                    <a:lstStyle/>
                    <a:p>
                      <a:pPr algn="l" fontAlgn="ctr"/>
                      <a:r>
                        <a:rPr lang="en-US" altLang="ja-JP" sz="1600" b="0" i="0" u="none" strike="noStrike" dirty="0">
                          <a:solidFill>
                            <a:srgbClr val="000000"/>
                          </a:solidFill>
                          <a:effectLst/>
                          <a:latin typeface="+mj-ea"/>
                          <a:ea typeface="+mj-ea"/>
                        </a:rPr>
                        <a:t>Angular</a:t>
                      </a:r>
                      <a:r>
                        <a:rPr lang="ja-JP" altLang="en-US" sz="1600" b="0" i="0" u="none" strike="noStrike" dirty="0">
                          <a:solidFill>
                            <a:srgbClr val="000000"/>
                          </a:solidFill>
                          <a:effectLst/>
                          <a:latin typeface="+mj-ea"/>
                          <a:ea typeface="+mj-ea"/>
                        </a:rPr>
                        <a:t>バージョンアップ対応</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3627032781"/>
                  </a:ext>
                </a:extLst>
              </a:tr>
              <a:tr h="252063">
                <a:tc>
                  <a:txBody>
                    <a:bodyPr/>
                    <a:lstStyle/>
                    <a:p>
                      <a:pPr algn="r" fontAlgn="ctr"/>
                      <a:r>
                        <a:rPr lang="en-US" altLang="ja-JP" sz="1600" b="0" i="0" u="none" strike="noStrike" dirty="0">
                          <a:solidFill>
                            <a:srgbClr val="000000"/>
                          </a:solidFill>
                          <a:effectLst/>
                          <a:latin typeface="+mj-ea"/>
                          <a:ea typeface="+mj-ea"/>
                        </a:rPr>
                        <a:t>1-12</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受付エラー：</a:t>
                      </a:r>
                      <a:r>
                        <a:rPr kumimoji="1" lang="en-US" altLang="ja-JP" sz="1600" b="0" i="0" u="none" strike="noStrike" kern="1200" dirty="0">
                          <a:solidFill>
                            <a:srgbClr val="000000"/>
                          </a:solidFill>
                          <a:effectLst/>
                          <a:latin typeface="+mj-ea"/>
                          <a:ea typeface="+mn-ea"/>
                          <a:cs typeface="+mn-cs"/>
                        </a:rPr>
                        <a:t>1042/1043</a:t>
                      </a:r>
                      <a:r>
                        <a:rPr kumimoji="1" lang="ja-JP" altLang="en-US" sz="1600" b="0" i="0" u="none" strike="noStrike" kern="1200" dirty="0">
                          <a:solidFill>
                            <a:srgbClr val="000000"/>
                          </a:solidFill>
                          <a:effectLst/>
                          <a:latin typeface="+mj-ea"/>
                          <a:ea typeface="+mn-ea"/>
                          <a:cs typeface="+mn-cs"/>
                        </a:rPr>
                        <a:t>の画面表示</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r>
                        <a:rPr kumimoji="1" lang="ja-JP" altLang="en-US" sz="1600" b="0" i="0" u="none" strike="noStrike" kern="1200" dirty="0">
                          <a:solidFill>
                            <a:srgbClr val="000000"/>
                          </a:solidFill>
                          <a:effectLst/>
                          <a:latin typeface="+mj-ea"/>
                          <a:ea typeface="+mn-ea"/>
                          <a:cs typeface="+mn-cs"/>
                        </a:rPr>
                        <a:t>✓</a:t>
                      </a: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443499608"/>
                  </a:ext>
                </a:extLst>
              </a:tr>
            </a:tbl>
          </a:graphicData>
        </a:graphic>
      </p:graphicFrame>
    </p:spTree>
    <p:extLst>
      <p:ext uri="{BB962C8B-B14F-4D97-AF65-F5344CB8AC3E}">
        <p14:creationId xmlns:p14="http://schemas.microsoft.com/office/powerpoint/2010/main" val="2041772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AB80BA8-6D17-448D-8CCC-4DBDD434A5BA}"/>
              </a:ext>
            </a:extLst>
          </p:cNvPr>
          <p:cNvSpPr>
            <a:spLocks noGrp="1"/>
          </p:cNvSpPr>
          <p:nvPr>
            <p:ph type="sldNum" sz="quarter" idx="16"/>
          </p:nvPr>
        </p:nvSpPr>
        <p:spPr/>
        <p:txBody>
          <a:bodyPr/>
          <a:lstStyle/>
          <a:p>
            <a:fld id="{982DF7F2-B14C-47C5-B9A4-9372430F170B}" type="slidenum">
              <a:rPr lang="ja-JP" altLang="en-US" smtClean="0"/>
              <a:pPr/>
              <a:t>5</a:t>
            </a:fld>
            <a:endParaRPr lang="ja-JP" altLang="en-US"/>
          </a:p>
        </p:txBody>
      </p:sp>
      <p:sp>
        <p:nvSpPr>
          <p:cNvPr id="4" name="タイトル 3">
            <a:extLst>
              <a:ext uri="{FF2B5EF4-FFF2-40B4-BE49-F238E27FC236}">
                <a16:creationId xmlns:a16="http://schemas.microsoft.com/office/drawing/2014/main" id="{FCC3A197-1582-4F41-9B2D-99562D4C65D6}"/>
              </a:ext>
            </a:extLst>
          </p:cNvPr>
          <p:cNvSpPr>
            <a:spLocks noGrp="1"/>
          </p:cNvSpPr>
          <p:nvPr>
            <p:ph type="title"/>
          </p:nvPr>
        </p:nvSpPr>
        <p:spPr/>
        <p:txBody>
          <a:bodyPr/>
          <a:lstStyle/>
          <a:p>
            <a:r>
              <a:rPr lang="ja-JP" altLang="en-US" dirty="0"/>
              <a:t>影響範囲</a:t>
            </a:r>
            <a:endParaRPr kumimoji="1" lang="ja-JP" altLang="en-US" dirty="0"/>
          </a:p>
        </p:txBody>
      </p:sp>
      <p:graphicFrame>
        <p:nvGraphicFramePr>
          <p:cNvPr id="7" name="表 6">
            <a:extLst>
              <a:ext uri="{FF2B5EF4-FFF2-40B4-BE49-F238E27FC236}">
                <a16:creationId xmlns:a16="http://schemas.microsoft.com/office/drawing/2014/main" id="{ABF983B6-5BF0-481F-B6D7-BEDB2EA2D760}"/>
              </a:ext>
            </a:extLst>
          </p:cNvPr>
          <p:cNvGraphicFramePr>
            <a:graphicFrameLocks noGrp="1"/>
          </p:cNvGraphicFramePr>
          <p:nvPr>
            <p:extLst>
              <p:ext uri="{D42A27DB-BD31-4B8C-83A1-F6EECF244321}">
                <p14:modId xmlns:p14="http://schemas.microsoft.com/office/powerpoint/2010/main" val="927901163"/>
              </p:ext>
            </p:extLst>
          </p:nvPr>
        </p:nvGraphicFramePr>
        <p:xfrm>
          <a:off x="338399" y="908720"/>
          <a:ext cx="11518242" cy="3075340"/>
        </p:xfrm>
        <a:graphic>
          <a:graphicData uri="http://schemas.openxmlformats.org/drawingml/2006/table">
            <a:tbl>
              <a:tblPr firstRow="1" bandRow="1">
                <a:tableStyleId>{5C22544A-7EE6-4342-B048-85BDC9FD1C3A}</a:tableStyleId>
              </a:tblPr>
              <a:tblGrid>
                <a:gridCol w="645033">
                  <a:extLst>
                    <a:ext uri="{9D8B030D-6E8A-4147-A177-3AD203B41FA5}">
                      <a16:colId xmlns:a16="http://schemas.microsoft.com/office/drawing/2014/main" val="3074152275"/>
                    </a:ext>
                  </a:extLst>
                </a:gridCol>
                <a:gridCol w="6420703">
                  <a:extLst>
                    <a:ext uri="{9D8B030D-6E8A-4147-A177-3AD203B41FA5}">
                      <a16:colId xmlns:a16="http://schemas.microsoft.com/office/drawing/2014/main" val="3931216216"/>
                    </a:ext>
                  </a:extLst>
                </a:gridCol>
                <a:gridCol w="870817">
                  <a:extLst>
                    <a:ext uri="{9D8B030D-6E8A-4147-A177-3AD203B41FA5}">
                      <a16:colId xmlns:a16="http://schemas.microsoft.com/office/drawing/2014/main" val="2636822300"/>
                    </a:ext>
                  </a:extLst>
                </a:gridCol>
                <a:gridCol w="870817">
                  <a:extLst>
                    <a:ext uri="{9D8B030D-6E8A-4147-A177-3AD203B41FA5}">
                      <a16:colId xmlns:a16="http://schemas.microsoft.com/office/drawing/2014/main" val="2467566756"/>
                    </a:ext>
                  </a:extLst>
                </a:gridCol>
                <a:gridCol w="852184">
                  <a:extLst>
                    <a:ext uri="{9D8B030D-6E8A-4147-A177-3AD203B41FA5}">
                      <a16:colId xmlns:a16="http://schemas.microsoft.com/office/drawing/2014/main" val="1775668984"/>
                    </a:ext>
                  </a:extLst>
                </a:gridCol>
                <a:gridCol w="1858688">
                  <a:extLst>
                    <a:ext uri="{9D8B030D-6E8A-4147-A177-3AD203B41FA5}">
                      <a16:colId xmlns:a16="http://schemas.microsoft.com/office/drawing/2014/main" val="107804233"/>
                    </a:ext>
                  </a:extLst>
                </a:gridCol>
              </a:tblGrid>
              <a:tr h="410960">
                <a:tc rowSpan="2">
                  <a:txBody>
                    <a:bodyPr/>
                    <a:lstStyle/>
                    <a:p>
                      <a:pPr algn="ctr" fontAlgn="ctr"/>
                      <a:r>
                        <a:rPr lang="en-US" sz="1600" b="1" u="none" strike="noStrike" dirty="0">
                          <a:solidFill>
                            <a:schemeClr val="bg1"/>
                          </a:solidFill>
                          <a:effectLst/>
                          <a:latin typeface="+mj-ea"/>
                          <a:ea typeface="+mj-ea"/>
                        </a:rPr>
                        <a:t>No.</a:t>
                      </a:r>
                      <a:endParaRPr lang="en-US" sz="1600" b="1" i="0" u="none" strike="noStrike" dirty="0">
                        <a:solidFill>
                          <a:schemeClr val="bg1"/>
                        </a:solidFill>
                        <a:effectLst/>
                        <a:latin typeface="+mj-ea"/>
                        <a:ea typeface="+mj-ea"/>
                      </a:endParaRPr>
                    </a:p>
                  </a:txBody>
                  <a:tcPr marL="5772" marR="5772" marT="5772" marB="0" anchor="ctr">
                    <a:solidFill>
                      <a:schemeClr val="accent1"/>
                    </a:solidFill>
                  </a:tcPr>
                </a:tc>
                <a:tc rowSpan="2">
                  <a:txBody>
                    <a:bodyPr/>
                    <a:lstStyle/>
                    <a:p>
                      <a:pPr algn="ctr" fontAlgn="ctr"/>
                      <a:r>
                        <a:rPr lang="ja-JP" altLang="en-US" sz="1600" b="1" u="none" strike="noStrike" dirty="0">
                          <a:solidFill>
                            <a:schemeClr val="bg1"/>
                          </a:solidFill>
                          <a:effectLst/>
                          <a:latin typeface="+mj-ea"/>
                          <a:ea typeface="+mj-ea"/>
                        </a:rPr>
                        <a:t>要求タイトル</a:t>
                      </a:r>
                      <a:endParaRPr lang="ja-JP" altLang="en-US" sz="1600" b="1" i="0" u="none" strike="noStrike" dirty="0">
                        <a:solidFill>
                          <a:schemeClr val="bg1"/>
                        </a:solidFill>
                        <a:effectLst/>
                        <a:latin typeface="+mj-ea"/>
                        <a:ea typeface="+mj-ea"/>
                      </a:endParaRPr>
                    </a:p>
                  </a:txBody>
                  <a:tcPr marL="5772" marR="5772" marT="5772" marB="0" anchor="ctr">
                    <a:solidFill>
                      <a:schemeClr val="accent1"/>
                    </a:solidFill>
                  </a:tcPr>
                </a:tc>
                <a:tc gridSpan="2">
                  <a:txBody>
                    <a:bodyPr/>
                    <a:lstStyle/>
                    <a:p>
                      <a:pPr algn="ctr" fontAlgn="ctr"/>
                      <a:r>
                        <a:rPr lang="en-US" altLang="ja-JP" sz="1600" b="1" i="0" u="none" strike="noStrike" dirty="0">
                          <a:solidFill>
                            <a:schemeClr val="bg1"/>
                          </a:solidFill>
                          <a:effectLst/>
                          <a:latin typeface="+mj-ea"/>
                          <a:ea typeface="+mj-ea"/>
                        </a:rPr>
                        <a:t>Web</a:t>
                      </a:r>
                      <a:r>
                        <a:rPr lang="ja-JP" altLang="en-US" sz="1600" b="1" i="0" u="none" strike="noStrike" dirty="0">
                          <a:solidFill>
                            <a:schemeClr val="bg1"/>
                          </a:solidFill>
                          <a:effectLst/>
                          <a:latin typeface="+mj-ea"/>
                          <a:ea typeface="+mj-ea"/>
                        </a:rPr>
                        <a:t>利用への影響</a:t>
                      </a:r>
                    </a:p>
                  </a:txBody>
                  <a:tcPr marL="5772" marR="5772" marT="5772" marB="0" anchor="ctr">
                    <a:solidFill>
                      <a:schemeClr val="accent1"/>
                    </a:solidFill>
                  </a:tcPr>
                </a:tc>
                <a:tc hMerge="1">
                  <a:txBody>
                    <a:bodyPr/>
                    <a:lstStyle/>
                    <a:p>
                      <a:pPr algn="ctr" fontAlgn="ctr"/>
                      <a:endParaRPr lang="ja-JP" altLang="en-US" sz="1600" b="0" i="0" u="none" strike="noStrike" dirty="0">
                        <a:solidFill>
                          <a:schemeClr val="bg1"/>
                        </a:solidFill>
                        <a:effectLst/>
                        <a:latin typeface="+mj-ea"/>
                        <a:ea typeface="+mj-ea"/>
                      </a:endParaRPr>
                    </a:p>
                  </a:txBody>
                  <a:tcPr marL="5772" marR="5772" marT="5772" marB="0" anchor="ctr">
                    <a:solidFill>
                      <a:schemeClr val="accent1"/>
                    </a:solidFill>
                  </a:tcPr>
                </a:tc>
                <a:tc rowSpan="2">
                  <a:txBody>
                    <a:bodyPr/>
                    <a:lstStyle/>
                    <a:p>
                      <a:pPr algn="ctr" fontAlgn="ctr"/>
                      <a:r>
                        <a:rPr lang="ja-JP" altLang="en-US" sz="1600" b="1" i="0" u="none" strike="noStrike" dirty="0">
                          <a:solidFill>
                            <a:schemeClr val="bg1"/>
                          </a:solidFill>
                          <a:effectLst/>
                          <a:latin typeface="+mj-ea"/>
                          <a:ea typeface="+mj-ea"/>
                        </a:rPr>
                        <a:t>システム</a:t>
                      </a:r>
                      <a:endParaRPr lang="en-US" altLang="ja-JP" sz="1600" b="1" i="0" u="none" strike="noStrike" dirty="0">
                        <a:solidFill>
                          <a:schemeClr val="bg1"/>
                        </a:solidFill>
                        <a:effectLst/>
                        <a:latin typeface="+mj-ea"/>
                        <a:ea typeface="+mj-ea"/>
                      </a:endParaRPr>
                    </a:p>
                    <a:p>
                      <a:pPr algn="ctr" fontAlgn="ctr"/>
                      <a:r>
                        <a:rPr lang="ja-JP" altLang="en-US" sz="1600" b="1" i="0" u="none" strike="noStrike" dirty="0">
                          <a:solidFill>
                            <a:schemeClr val="bg1"/>
                          </a:solidFill>
                          <a:effectLst/>
                          <a:latin typeface="+mj-ea"/>
                          <a:ea typeface="+mj-ea"/>
                        </a:rPr>
                        <a:t>運用への影響</a:t>
                      </a:r>
                      <a:endParaRPr lang="en-US" altLang="ja-JP" sz="1600" b="1" i="0" u="none" strike="noStrike" dirty="0">
                        <a:solidFill>
                          <a:schemeClr val="bg1"/>
                        </a:solidFill>
                        <a:effectLst/>
                        <a:latin typeface="+mj-ea"/>
                        <a:ea typeface="+mj-ea"/>
                      </a:endParaRPr>
                    </a:p>
                  </a:txBody>
                  <a:tcPr marL="5772" marR="5772" marT="5772" marB="0" anchor="ctr">
                    <a:solidFill>
                      <a:schemeClr val="accent1"/>
                    </a:solidFill>
                  </a:tcPr>
                </a:tc>
                <a:tc rowSpan="2">
                  <a:txBody>
                    <a:bodyPr/>
                    <a:lstStyle/>
                    <a:p>
                      <a:pPr algn="ctr" fontAlgn="ctr"/>
                      <a:r>
                        <a:rPr lang="ja-JP" altLang="en-US" sz="1600" b="1" i="0" u="none" strike="noStrike" dirty="0">
                          <a:solidFill>
                            <a:schemeClr val="bg1"/>
                          </a:solidFill>
                          <a:effectLst/>
                          <a:latin typeface="+mj-ea"/>
                          <a:ea typeface="+mj-ea"/>
                        </a:rPr>
                        <a:t>他システム影響への影響</a:t>
                      </a:r>
                    </a:p>
                  </a:txBody>
                  <a:tcPr marL="5772" marR="5772" marT="5772" marB="0" anchor="ctr">
                    <a:solidFill>
                      <a:schemeClr val="accent1"/>
                    </a:solidFill>
                  </a:tcPr>
                </a:tc>
                <a:extLst>
                  <a:ext uri="{0D108BD9-81ED-4DB2-BD59-A6C34878D82A}">
                    <a16:rowId xmlns:a16="http://schemas.microsoft.com/office/drawing/2014/main" val="101606493"/>
                  </a:ext>
                </a:extLst>
              </a:tr>
              <a:tr h="410960">
                <a:tc vMerge="1">
                  <a:txBody>
                    <a:bodyPr/>
                    <a:lstStyle/>
                    <a:p>
                      <a:pPr algn="ctr" fontAlgn="ctr"/>
                      <a:r>
                        <a:rPr lang="en-US" sz="1600" u="none" strike="noStrike" dirty="0">
                          <a:solidFill>
                            <a:schemeClr val="bg1"/>
                          </a:solidFill>
                          <a:effectLst/>
                          <a:latin typeface="+mj-ea"/>
                          <a:ea typeface="+mj-ea"/>
                        </a:rPr>
                        <a:t>No.</a:t>
                      </a:r>
                      <a:endParaRPr lang="en-US" sz="1600" b="0" i="0" u="none" strike="noStrike" dirty="0">
                        <a:solidFill>
                          <a:schemeClr val="bg1"/>
                        </a:solidFill>
                        <a:effectLst/>
                        <a:latin typeface="+mj-ea"/>
                        <a:ea typeface="+mj-ea"/>
                      </a:endParaRPr>
                    </a:p>
                  </a:txBody>
                  <a:tcPr marL="5772" marR="5772" marT="5772" marB="0" anchor="ctr">
                    <a:solidFill>
                      <a:schemeClr val="accent1"/>
                    </a:solidFill>
                  </a:tcPr>
                </a:tc>
                <a:tc vMerge="1">
                  <a:txBody>
                    <a:bodyPr/>
                    <a:lstStyle/>
                    <a:p>
                      <a:pPr algn="ctr" fontAlgn="ctr"/>
                      <a:r>
                        <a:rPr lang="ja-JP" altLang="en-US" sz="1600" u="none" strike="noStrike" dirty="0">
                          <a:solidFill>
                            <a:schemeClr val="bg1"/>
                          </a:solidFill>
                          <a:effectLst/>
                          <a:latin typeface="+mj-ea"/>
                          <a:ea typeface="+mj-ea"/>
                        </a:rPr>
                        <a:t>要求タイトル</a:t>
                      </a:r>
                      <a:endParaRPr lang="ja-JP" altLang="en-US" sz="1600" b="0" i="0" u="none" strike="noStrike" dirty="0">
                        <a:solidFill>
                          <a:schemeClr val="bg1"/>
                        </a:solidFill>
                        <a:effectLst/>
                        <a:latin typeface="+mj-ea"/>
                        <a:ea typeface="+mj-ea"/>
                      </a:endParaRPr>
                    </a:p>
                  </a:txBody>
                  <a:tcPr marL="5772" marR="5772" marT="5772" marB="0" anchor="ctr">
                    <a:solidFill>
                      <a:schemeClr val="accent1"/>
                    </a:solidFill>
                  </a:tcPr>
                </a:tc>
                <a:tc>
                  <a:txBody>
                    <a:bodyPr/>
                    <a:lstStyle/>
                    <a:p>
                      <a:pPr algn="ctr" fontAlgn="ctr"/>
                      <a:r>
                        <a:rPr lang="ja-JP" altLang="en-US" sz="1600" b="1" i="0" u="none" strike="noStrike" dirty="0">
                          <a:solidFill>
                            <a:schemeClr val="bg1"/>
                          </a:solidFill>
                          <a:effectLst/>
                          <a:latin typeface="+mj-ea"/>
                          <a:ea typeface="+mj-ea"/>
                        </a:rPr>
                        <a:t>顧客</a:t>
                      </a:r>
                    </a:p>
                  </a:txBody>
                  <a:tcPr marL="5772" marR="5772" marT="5772" marB="0" anchor="ctr">
                    <a:solidFill>
                      <a:schemeClr val="accent1"/>
                    </a:solidFill>
                  </a:tcPr>
                </a:tc>
                <a:tc>
                  <a:txBody>
                    <a:bodyPr/>
                    <a:lstStyle/>
                    <a:p>
                      <a:pPr algn="ctr" fontAlgn="ctr"/>
                      <a:r>
                        <a:rPr lang="ja-JP" altLang="en-US" sz="1600" b="1" i="0" u="none" strike="noStrike" dirty="0">
                          <a:solidFill>
                            <a:schemeClr val="bg1"/>
                          </a:solidFill>
                          <a:effectLst/>
                          <a:latin typeface="+mj-ea"/>
                          <a:ea typeface="+mj-ea"/>
                        </a:rPr>
                        <a:t>社内</a:t>
                      </a:r>
                    </a:p>
                  </a:txBody>
                  <a:tcPr marL="5772" marR="5772" marT="5772" marB="0" anchor="ctr">
                    <a:solidFill>
                      <a:schemeClr val="accent1"/>
                    </a:solidFill>
                  </a:tcPr>
                </a:tc>
                <a:tc vMerge="1">
                  <a:txBody>
                    <a:bodyPr/>
                    <a:lstStyle/>
                    <a:p>
                      <a:pPr algn="ctr" fontAlgn="ctr"/>
                      <a:r>
                        <a:rPr lang="ja-JP" altLang="en-US" sz="1600" b="0" i="0" u="none" strike="noStrike" dirty="0">
                          <a:solidFill>
                            <a:schemeClr val="bg1"/>
                          </a:solidFill>
                          <a:effectLst/>
                          <a:latin typeface="+mj-ea"/>
                          <a:ea typeface="+mj-ea"/>
                        </a:rPr>
                        <a:t>システム</a:t>
                      </a:r>
                      <a:endParaRPr lang="en-US" altLang="ja-JP" sz="1600" b="0" i="0" u="none" strike="noStrike" dirty="0">
                        <a:solidFill>
                          <a:schemeClr val="bg1"/>
                        </a:solidFill>
                        <a:effectLst/>
                        <a:latin typeface="+mj-ea"/>
                        <a:ea typeface="+mj-ea"/>
                      </a:endParaRPr>
                    </a:p>
                    <a:p>
                      <a:pPr algn="ctr" fontAlgn="ctr"/>
                      <a:r>
                        <a:rPr lang="ja-JP" altLang="en-US" sz="1600" b="0" i="0" u="none" strike="noStrike" dirty="0">
                          <a:solidFill>
                            <a:schemeClr val="bg1"/>
                          </a:solidFill>
                          <a:effectLst/>
                          <a:latin typeface="+mj-ea"/>
                          <a:ea typeface="+mj-ea"/>
                        </a:rPr>
                        <a:t>管理者</a:t>
                      </a:r>
                    </a:p>
                  </a:txBody>
                  <a:tcPr marL="5772" marR="5772" marT="5772" marB="0" anchor="ctr">
                    <a:solidFill>
                      <a:schemeClr val="accent1"/>
                    </a:solidFill>
                  </a:tcPr>
                </a:tc>
                <a:tc vMerge="1">
                  <a:txBody>
                    <a:bodyPr/>
                    <a:lstStyle/>
                    <a:p>
                      <a:pPr algn="ctr" fontAlgn="ctr"/>
                      <a:r>
                        <a:rPr lang="ja-JP" altLang="en-US" sz="1600" b="1" i="0" u="none" strike="noStrike" dirty="0">
                          <a:solidFill>
                            <a:schemeClr val="bg1"/>
                          </a:solidFill>
                          <a:effectLst/>
                          <a:latin typeface="+mj-ea"/>
                          <a:ea typeface="+mj-ea"/>
                        </a:rPr>
                        <a:t>他システム影響</a:t>
                      </a:r>
                    </a:p>
                  </a:txBody>
                  <a:tcPr marL="5772" marR="5772" marT="5772" marB="0" anchor="ctr">
                    <a:solidFill>
                      <a:schemeClr val="accent1"/>
                    </a:solidFill>
                  </a:tcPr>
                </a:tc>
                <a:extLst>
                  <a:ext uri="{0D108BD9-81ED-4DB2-BD59-A6C34878D82A}">
                    <a16:rowId xmlns:a16="http://schemas.microsoft.com/office/drawing/2014/main" val="998863835"/>
                  </a:ext>
                </a:extLst>
              </a:tr>
              <a:tr h="450684">
                <a:tc>
                  <a:txBody>
                    <a:bodyPr/>
                    <a:lstStyle/>
                    <a:p>
                      <a:pPr algn="r" fontAlgn="ctr"/>
                      <a:r>
                        <a:rPr lang="en-US" altLang="ja-JP" sz="1600" b="0" i="0" u="none" strike="noStrike" dirty="0">
                          <a:solidFill>
                            <a:srgbClr val="000000"/>
                          </a:solidFill>
                          <a:effectLst/>
                          <a:latin typeface="+mj-ea"/>
                          <a:ea typeface="+mj-ea"/>
                        </a:rPr>
                        <a:t>2-1</a:t>
                      </a:r>
                    </a:p>
                  </a:txBody>
                  <a:tcPr marL="5772" marR="5772" marT="5772" marB="0" anchor="ctr"/>
                </a:tc>
                <a:tc>
                  <a:txBody>
                    <a:bodyPr/>
                    <a:lstStyle/>
                    <a:p>
                      <a:pPr algn="l" fontAlgn="ctr"/>
                      <a:r>
                        <a:rPr lang="ja-JP" altLang="en-US" sz="1600" u="none" strike="noStrike" dirty="0">
                          <a:effectLst/>
                          <a:latin typeface="+mj-ea"/>
                          <a:ea typeface="+mj-ea"/>
                        </a:rPr>
                        <a:t>新</a:t>
                      </a:r>
                      <a:r>
                        <a:rPr lang="en-US" altLang="ja-JP" sz="1600" u="none" strike="noStrike" dirty="0" err="1">
                          <a:effectLst/>
                          <a:latin typeface="+mj-ea"/>
                          <a:ea typeface="+mj-ea"/>
                        </a:rPr>
                        <a:t>SupportManager</a:t>
                      </a:r>
                      <a:r>
                        <a:rPr lang="ja-JP" altLang="en-US" sz="1600" u="none" strike="noStrike" dirty="0">
                          <a:effectLst/>
                          <a:latin typeface="+mj-ea"/>
                          <a:ea typeface="+mj-ea"/>
                        </a:rPr>
                        <a:t>サーバとのデータ連携</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082800600"/>
                  </a:ext>
                </a:extLst>
              </a:tr>
              <a:tr h="450684">
                <a:tc>
                  <a:txBody>
                    <a:bodyPr/>
                    <a:lstStyle/>
                    <a:p>
                      <a:pPr algn="r" fontAlgn="ctr"/>
                      <a:r>
                        <a:rPr lang="en-US" altLang="ja-JP" sz="1600" u="none" strike="noStrike" dirty="0">
                          <a:effectLst/>
                          <a:latin typeface="+mj-ea"/>
                          <a:ea typeface="+mj-ea"/>
                        </a:rPr>
                        <a:t>2-2</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b="0" i="0" u="none" strike="noStrike" dirty="0" err="1">
                          <a:solidFill>
                            <a:srgbClr val="000000"/>
                          </a:solidFill>
                          <a:effectLst/>
                          <a:latin typeface="+mj-ea"/>
                          <a:ea typeface="+mj-ea"/>
                        </a:rPr>
                        <a:t>MapR</a:t>
                      </a:r>
                      <a:r>
                        <a:rPr lang="ja-JP" altLang="en-US" sz="1600" b="0" i="0" u="none" strike="noStrike" dirty="0">
                          <a:solidFill>
                            <a:srgbClr val="000000"/>
                          </a:solidFill>
                          <a:effectLst/>
                          <a:latin typeface="+mj-ea"/>
                          <a:ea typeface="+mj-ea"/>
                        </a:rPr>
                        <a:t>バージョンアップ対応（アプリ側改修）</a:t>
                      </a: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1224520539"/>
                  </a:ext>
                </a:extLst>
              </a:tr>
              <a:tr h="450684">
                <a:tc>
                  <a:txBody>
                    <a:bodyPr/>
                    <a:lstStyle/>
                    <a:p>
                      <a:pPr algn="r" fontAlgn="ctr"/>
                      <a:r>
                        <a:rPr lang="en-US" altLang="ja-JP" sz="1600" u="none" strike="noStrike" dirty="0">
                          <a:effectLst/>
                          <a:latin typeface="+mj-ea"/>
                          <a:ea typeface="+mj-ea"/>
                        </a:rPr>
                        <a:t>2-3</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ja-JP" altLang="en-US" sz="1600" u="none" strike="noStrike" dirty="0">
                          <a:effectLst/>
                          <a:latin typeface="+mj-ea"/>
                          <a:ea typeface="+mj-ea"/>
                        </a:rPr>
                        <a:t>ミドルウエアバージョンアップ対応（アプリ側改修）</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740274737"/>
                  </a:ext>
                </a:extLst>
              </a:tr>
              <a:tr h="450684">
                <a:tc>
                  <a:txBody>
                    <a:bodyPr/>
                    <a:lstStyle/>
                    <a:p>
                      <a:pPr algn="r" fontAlgn="ctr"/>
                      <a:r>
                        <a:rPr lang="en-US" altLang="ja-JP" sz="1600" u="none" strike="noStrike" dirty="0">
                          <a:effectLst/>
                          <a:latin typeface="+mj-ea"/>
                          <a:ea typeface="+mj-ea"/>
                        </a:rPr>
                        <a:t>2-4</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u="none" strike="noStrike" dirty="0">
                          <a:effectLst/>
                          <a:latin typeface="+mj-ea"/>
                          <a:ea typeface="+mj-ea"/>
                        </a:rPr>
                        <a:t>MySQL </a:t>
                      </a:r>
                      <a:r>
                        <a:rPr lang="ja-JP" altLang="en-US" sz="1600" u="none" strike="noStrike" dirty="0">
                          <a:effectLst/>
                          <a:latin typeface="+mj-ea"/>
                          <a:ea typeface="+mj-ea"/>
                        </a:rPr>
                        <a:t>パーティショニング、チューニング作業（アプリ側改修）</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2377718566"/>
                  </a:ext>
                </a:extLst>
              </a:tr>
              <a:tr h="450684">
                <a:tc>
                  <a:txBody>
                    <a:bodyPr/>
                    <a:lstStyle/>
                    <a:p>
                      <a:pPr algn="r" fontAlgn="ctr"/>
                      <a:r>
                        <a:rPr lang="en-US" altLang="ja-JP" sz="1600" u="none" strike="noStrike" dirty="0">
                          <a:effectLst/>
                          <a:latin typeface="+mj-ea"/>
                          <a:ea typeface="+mj-ea"/>
                        </a:rPr>
                        <a:t>2-5</a:t>
                      </a:r>
                      <a:endParaRPr lang="en-US" altLang="ja-JP" sz="1600" b="0" i="0" u="none" strike="noStrike" dirty="0">
                        <a:solidFill>
                          <a:srgbClr val="000000"/>
                        </a:solidFill>
                        <a:effectLst/>
                        <a:latin typeface="+mj-ea"/>
                        <a:ea typeface="+mj-ea"/>
                      </a:endParaRPr>
                    </a:p>
                  </a:txBody>
                  <a:tcPr marL="5772" marR="5772" marT="5772" marB="0" anchor="ctr"/>
                </a:tc>
                <a:tc>
                  <a:txBody>
                    <a:bodyPr/>
                    <a:lstStyle/>
                    <a:p>
                      <a:pPr algn="l" fontAlgn="ctr"/>
                      <a:r>
                        <a:rPr lang="en-US" altLang="ja-JP" sz="1600" u="none" strike="noStrike" dirty="0" err="1">
                          <a:effectLst/>
                          <a:latin typeface="+mj-ea"/>
                          <a:ea typeface="+mj-ea"/>
                        </a:rPr>
                        <a:t>WebAPI</a:t>
                      </a:r>
                      <a:r>
                        <a:rPr lang="ja-JP" altLang="en-US" sz="1600" u="none" strike="noStrike" dirty="0">
                          <a:effectLst/>
                          <a:latin typeface="+mj-ea"/>
                          <a:ea typeface="+mj-ea"/>
                        </a:rPr>
                        <a:t>からの</a:t>
                      </a:r>
                      <a:r>
                        <a:rPr lang="en-US" altLang="ja-JP" sz="1600" u="none" strike="noStrike" dirty="0" err="1">
                          <a:effectLst/>
                          <a:latin typeface="+mj-ea"/>
                          <a:ea typeface="+mj-ea"/>
                        </a:rPr>
                        <a:t>MapR</a:t>
                      </a:r>
                      <a:r>
                        <a:rPr lang="en-US" altLang="ja-JP" sz="1600" u="none" strike="noStrike" dirty="0">
                          <a:effectLst/>
                          <a:latin typeface="+mj-ea"/>
                          <a:ea typeface="+mj-ea"/>
                        </a:rPr>
                        <a:t>-DB</a:t>
                      </a:r>
                      <a:r>
                        <a:rPr lang="ja-JP" altLang="en-US" sz="1600" u="none" strike="noStrike" dirty="0">
                          <a:effectLst/>
                          <a:latin typeface="+mj-ea"/>
                          <a:ea typeface="+mj-ea"/>
                        </a:rPr>
                        <a:t>アクセスによるパフォーマンス改善</a:t>
                      </a:r>
                      <a:endParaRPr lang="ja-JP" altLang="en-US" sz="1600" b="0" i="0" u="none" strike="noStrike" dirty="0">
                        <a:solidFill>
                          <a:srgbClr val="000000"/>
                        </a:solidFill>
                        <a:effectLst/>
                        <a:latin typeface="+mj-ea"/>
                        <a:ea typeface="+mj-ea"/>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marL="0" marR="0" lvl="0" indent="0" algn="l" defTabSz="914377" rtl="0" eaLnBrk="1" fontAlgn="ctr" latinLnBrk="0" hangingPunct="1">
                        <a:lnSpc>
                          <a:spcPct val="100000"/>
                        </a:lnSpc>
                        <a:spcBef>
                          <a:spcPts val="0"/>
                        </a:spcBef>
                        <a:spcAft>
                          <a:spcPts val="0"/>
                        </a:spcAft>
                        <a:buClrTx/>
                        <a:buSzTx/>
                        <a:buFontTx/>
                        <a:buNone/>
                        <a:tabLst/>
                        <a:defRPr/>
                      </a:pPr>
                      <a:endParaRPr kumimoji="1" lang="ja-JP" altLang="en-US" sz="1600" b="0" i="0" u="none" strike="noStrike" kern="1200" dirty="0">
                        <a:solidFill>
                          <a:srgbClr val="000000"/>
                        </a:solidFill>
                        <a:effectLst/>
                        <a:latin typeface="+mj-ea"/>
                        <a:ea typeface="+mn-ea"/>
                        <a:cs typeface="+mn-cs"/>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tc>
                  <a:txBody>
                    <a:bodyPr/>
                    <a:lstStyle/>
                    <a:p>
                      <a:pPr algn="l" fontAlgn="ctr"/>
                      <a:endParaRPr lang="ja-JP" altLang="en-US" sz="1600" b="0" i="0" u="none" strike="noStrike" dirty="0">
                        <a:solidFill>
                          <a:srgbClr val="000000"/>
                        </a:solidFill>
                        <a:effectLst/>
                        <a:latin typeface="+mj-ea"/>
                        <a:ea typeface="+mj-ea"/>
                      </a:endParaRPr>
                    </a:p>
                  </a:txBody>
                  <a:tcPr marL="5772" marR="5772" marT="5772" marB="0" anchor="ctr"/>
                </a:tc>
                <a:extLst>
                  <a:ext uri="{0D108BD9-81ED-4DB2-BD59-A6C34878D82A}">
                    <a16:rowId xmlns:a16="http://schemas.microsoft.com/office/drawing/2014/main" val="3982793362"/>
                  </a:ext>
                </a:extLst>
              </a:tr>
            </a:tbl>
          </a:graphicData>
        </a:graphic>
      </p:graphicFrame>
    </p:spTree>
    <p:extLst>
      <p:ext uri="{BB962C8B-B14F-4D97-AF65-F5344CB8AC3E}">
        <p14:creationId xmlns:p14="http://schemas.microsoft.com/office/powerpoint/2010/main" val="4069797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13E932C-A864-4B8A-B50B-E5B6FF237877}"/>
              </a:ext>
            </a:extLst>
          </p:cNvPr>
          <p:cNvSpPr>
            <a:spLocks noGrp="1"/>
          </p:cNvSpPr>
          <p:nvPr>
            <p:ph type="sldNum" sz="quarter" idx="17"/>
          </p:nvPr>
        </p:nvSpPr>
        <p:spPr/>
        <p:txBody>
          <a:bodyPr/>
          <a:lstStyle/>
          <a:p>
            <a:fld id="{982DF7F2-B14C-47C5-B9A4-9372430F170B}" type="slidenum">
              <a:rPr lang="ja-JP" altLang="en-US" smtClean="0"/>
              <a:pPr/>
              <a:t>6</a:t>
            </a:fld>
            <a:endParaRPr lang="ja-JP" altLang="en-US"/>
          </a:p>
        </p:txBody>
      </p:sp>
      <p:sp>
        <p:nvSpPr>
          <p:cNvPr id="6" name="テキスト プレースホルダー 5">
            <a:extLst>
              <a:ext uri="{FF2B5EF4-FFF2-40B4-BE49-F238E27FC236}">
                <a16:creationId xmlns:a16="http://schemas.microsoft.com/office/drawing/2014/main" id="{56838228-2312-41AD-8BC4-AD80669F4C4A}"/>
              </a:ext>
            </a:extLst>
          </p:cNvPr>
          <p:cNvSpPr>
            <a:spLocks noGrp="1"/>
          </p:cNvSpPr>
          <p:nvPr>
            <p:ph type="body" sz="quarter" idx="13"/>
          </p:nvPr>
        </p:nvSpPr>
        <p:spPr/>
        <p:txBody>
          <a:bodyPr/>
          <a:lstStyle/>
          <a:p>
            <a:r>
              <a:rPr lang="ja-JP" altLang="en-US" dirty="0"/>
              <a:t>対象：</a:t>
            </a:r>
            <a:r>
              <a:rPr lang="en-US" altLang="ja-JP" dirty="0"/>
              <a:t>1~9</a:t>
            </a:r>
            <a:r>
              <a:rPr lang="ja-JP" altLang="en-US" dirty="0"/>
              <a:t>、</a:t>
            </a:r>
            <a:r>
              <a:rPr lang="en-US" altLang="ja-JP" dirty="0"/>
              <a:t>12</a:t>
            </a:r>
            <a:endParaRPr lang="ja-JP" altLang="en-US" dirty="0"/>
          </a:p>
        </p:txBody>
      </p:sp>
      <p:sp>
        <p:nvSpPr>
          <p:cNvPr id="7" name="テキスト プレースホルダー 6">
            <a:extLst>
              <a:ext uri="{FF2B5EF4-FFF2-40B4-BE49-F238E27FC236}">
                <a16:creationId xmlns:a16="http://schemas.microsoft.com/office/drawing/2014/main" id="{FE780A0C-B3FE-46B7-A384-A9DF0E75D008}"/>
              </a:ext>
            </a:extLst>
          </p:cNvPr>
          <p:cNvSpPr>
            <a:spLocks noGrp="1"/>
          </p:cNvSpPr>
          <p:nvPr>
            <p:ph type="body" sz="quarter" idx="14"/>
          </p:nvPr>
        </p:nvSpPr>
        <p:spPr/>
        <p:txBody>
          <a:bodyPr/>
          <a:lstStyle/>
          <a:p>
            <a:endParaRPr lang="ja-JP" altLang="en-US"/>
          </a:p>
        </p:txBody>
      </p:sp>
      <p:sp>
        <p:nvSpPr>
          <p:cNvPr id="5" name="タイトル 4">
            <a:extLst>
              <a:ext uri="{FF2B5EF4-FFF2-40B4-BE49-F238E27FC236}">
                <a16:creationId xmlns:a16="http://schemas.microsoft.com/office/drawing/2014/main" id="{41CD628F-1D5E-4EDF-95E2-0C704CDD2EA9}"/>
              </a:ext>
            </a:extLst>
          </p:cNvPr>
          <p:cNvSpPr>
            <a:spLocks noGrp="1"/>
          </p:cNvSpPr>
          <p:nvPr>
            <p:ph type="title"/>
          </p:nvPr>
        </p:nvSpPr>
        <p:spPr/>
        <p:txBody>
          <a:bodyPr/>
          <a:lstStyle/>
          <a:p>
            <a:r>
              <a:rPr lang="ja-JP" altLang="en-US" dirty="0"/>
              <a:t>要求詳細</a:t>
            </a:r>
          </a:p>
        </p:txBody>
      </p:sp>
    </p:spTree>
    <p:extLst>
      <p:ext uri="{BB962C8B-B14F-4D97-AF65-F5344CB8AC3E}">
        <p14:creationId xmlns:p14="http://schemas.microsoft.com/office/powerpoint/2010/main" val="1315090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7</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集計用マスタの</a:t>
            </a:r>
            <a:r>
              <a:rPr kumimoji="1" lang="en-US" altLang="ja-JP" dirty="0"/>
              <a:t>V_CONTOROL</a:t>
            </a:r>
            <a:r>
              <a:rPr kumimoji="1" lang="ja-JP" altLang="en-US" dirty="0"/>
              <a:t>と</a:t>
            </a:r>
            <a:r>
              <a:rPr kumimoji="1" lang="en-US" altLang="ja-JP" dirty="0"/>
              <a:t>V_PARAUNITS </a:t>
            </a:r>
            <a:r>
              <a:rPr kumimoji="1" lang="ja-JP" altLang="en-US" dirty="0"/>
              <a:t>を全件一括登録から差分登録できるようにする。</a:t>
            </a:r>
            <a:endParaRPr lang="en-US" altLang="ja-JP" sz="1800" dirty="0"/>
          </a:p>
          <a:p>
            <a:endParaRPr lang="en-US" altLang="ja-JP" sz="1800" dirty="0"/>
          </a:p>
          <a:p>
            <a:r>
              <a:rPr lang="ja-JP" altLang="en-US" sz="1800" dirty="0"/>
              <a:t>２．背景</a:t>
            </a:r>
            <a:endParaRPr lang="en-US" altLang="ja-JP" sz="1800" dirty="0"/>
          </a:p>
          <a:p>
            <a:pPr marL="182563"/>
            <a:r>
              <a:rPr kumimoji="1" lang="en-US" altLang="ja-JP" dirty="0"/>
              <a:t>V_CONTOROL</a:t>
            </a:r>
            <a:r>
              <a:rPr kumimoji="1" lang="ja-JP" altLang="en-US" dirty="0"/>
              <a:t>と</a:t>
            </a:r>
            <a:r>
              <a:rPr kumimoji="1" lang="en-US" altLang="ja-JP" dirty="0"/>
              <a:t>V_PARAUNITS</a:t>
            </a:r>
            <a:r>
              <a:rPr kumimoji="1" lang="ja-JP" altLang="en-US" sz="1800" dirty="0"/>
              <a:t>については</a:t>
            </a:r>
            <a:r>
              <a:rPr kumimoji="1" lang="en-US" altLang="ja-JP" sz="1800" dirty="0"/>
              <a:t>SNCS</a:t>
            </a:r>
            <a:r>
              <a:rPr kumimoji="1" lang="ja-JP" altLang="en-US" sz="1800" dirty="0"/>
              <a:t>システムにおいて更新日付の情報をもっていなかったため毎回全件のマスタ連携を実施していた。</a:t>
            </a:r>
          </a:p>
          <a:p>
            <a:pPr marL="182563"/>
            <a:r>
              <a:rPr kumimoji="1" lang="en-US" altLang="ja-JP" sz="1800" dirty="0"/>
              <a:t>SNCS</a:t>
            </a:r>
            <a:r>
              <a:rPr kumimoji="1" lang="ja-JP" altLang="en-US" sz="1800" dirty="0"/>
              <a:t>が停止したため、現在エクセルのマクロを使用してマスタ連携用の</a:t>
            </a:r>
            <a:r>
              <a:rPr kumimoji="1" lang="en-US" altLang="ja-JP" sz="1800" dirty="0"/>
              <a:t>CSV</a:t>
            </a:r>
            <a:r>
              <a:rPr kumimoji="1" lang="ja-JP" altLang="en-US" sz="1800" dirty="0"/>
              <a:t>ファイルを作成しているが、全件登録によるミスの可能性が高くなることに加えて、特に</a:t>
            </a:r>
            <a:r>
              <a:rPr kumimoji="1" lang="en-US" altLang="ja-JP" dirty="0"/>
              <a:t>V_CONTOROL</a:t>
            </a:r>
            <a:r>
              <a:rPr kumimoji="1" lang="ja-JP" altLang="en-US" dirty="0"/>
              <a:t>については</a:t>
            </a:r>
            <a:r>
              <a:rPr kumimoji="1" lang="ja-JP" altLang="en-US" sz="1800" dirty="0"/>
              <a:t>件数が増えてくるとマクロで対応できなくなる可能性が高い。</a:t>
            </a:r>
            <a:endParaRPr kumimoji="1" lang="ja-JP" altLang="en-US" dirty="0"/>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dirty="0"/>
              <a:t>1-1 V_CONTOROL</a:t>
            </a:r>
            <a:r>
              <a:rPr kumimoji="1" lang="ja-JP" altLang="en-US" dirty="0"/>
              <a:t>と</a:t>
            </a:r>
            <a:r>
              <a:rPr kumimoji="1" lang="en-US" altLang="ja-JP" dirty="0"/>
              <a:t>V_PARAUNITS</a:t>
            </a:r>
            <a:r>
              <a:rPr kumimoji="1" lang="ja-JP" altLang="en-US" dirty="0"/>
              <a:t>を差分登録に変更</a:t>
            </a:r>
          </a:p>
        </p:txBody>
      </p:sp>
    </p:spTree>
    <p:extLst>
      <p:ext uri="{BB962C8B-B14F-4D97-AF65-F5344CB8AC3E}">
        <p14:creationId xmlns:p14="http://schemas.microsoft.com/office/powerpoint/2010/main" val="469686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7">
            <a:extLst>
              <a:ext uri="{FF2B5EF4-FFF2-40B4-BE49-F238E27FC236}">
                <a16:creationId xmlns:a16="http://schemas.microsoft.com/office/drawing/2014/main" id="{BBDEC403-7DC4-4DFE-B533-68E5F4F4BEB7}"/>
              </a:ext>
            </a:extLst>
          </p:cNvPr>
          <p:cNvSpPr>
            <a:spLocks noGrp="1"/>
          </p:cNvSpPr>
          <p:nvPr>
            <p:ph sz="quarter" idx="13"/>
          </p:nvPr>
        </p:nvSpPr>
        <p:spPr>
          <a:xfrm>
            <a:off x="338138" y="836710"/>
            <a:ext cx="11734526" cy="2489057"/>
          </a:xfrm>
        </p:spPr>
        <p:txBody>
          <a:bodyPr>
            <a:noAutofit/>
          </a:bodyPr>
          <a:lstStyle/>
          <a:p>
            <a:r>
              <a:rPr lang="ja-JP" altLang="en-US" sz="1400" dirty="0"/>
              <a:t>１．要求内容</a:t>
            </a:r>
            <a:endParaRPr lang="en-US" altLang="ja-JP" sz="1400" dirty="0"/>
          </a:p>
          <a:p>
            <a:pPr marL="182563"/>
            <a:r>
              <a:rPr lang="ja-JP" altLang="en-US" sz="1400" dirty="0"/>
              <a:t>・　</a:t>
            </a:r>
            <a:r>
              <a:rPr lang="en-US" altLang="ja-JP" sz="1400" dirty="0"/>
              <a:t>RHQ</a:t>
            </a:r>
            <a:r>
              <a:rPr lang="ja-JP" altLang="en-US" sz="1400" dirty="0"/>
              <a:t>デフォルト設定を</a:t>
            </a:r>
            <a:r>
              <a:rPr lang="en-US" altLang="ja-JP" sz="1400" dirty="0"/>
              <a:t>Web</a:t>
            </a:r>
            <a:r>
              <a:rPr lang="ja-JP" altLang="en-US" sz="1400" dirty="0"/>
              <a:t>画面上で変更できるようにする。</a:t>
            </a:r>
            <a:endParaRPr lang="en-US" altLang="ja-JP" sz="1400" dirty="0"/>
          </a:p>
          <a:p>
            <a:pPr marL="182563"/>
            <a:r>
              <a:rPr lang="ja-JP" altLang="en-US" sz="1400" dirty="0"/>
              <a:t>・　変更した</a:t>
            </a:r>
            <a:r>
              <a:rPr lang="en-US" altLang="ja-JP" sz="1400" dirty="0"/>
              <a:t>RHQ</a:t>
            </a:r>
            <a:r>
              <a:rPr lang="ja-JP" altLang="en-US" sz="1400" dirty="0"/>
              <a:t>デフォルト設定値は</a:t>
            </a:r>
            <a:r>
              <a:rPr lang="en-US" altLang="ja-JP" sz="1400" dirty="0"/>
              <a:t>SO</a:t>
            </a:r>
            <a:r>
              <a:rPr lang="ja-JP" altLang="en-US" sz="1400" dirty="0"/>
              <a:t>設定と施設設定（システム内部としては装置設定も）およびローカルグループ設定に反映させる。</a:t>
            </a:r>
            <a:r>
              <a:rPr lang="en-US" altLang="ja-JP" sz="1400" dirty="0"/>
              <a:t>※</a:t>
            </a:r>
            <a:r>
              <a:rPr lang="ja-JP" altLang="en-US" sz="1400" dirty="0"/>
              <a:t>変更箇所のみの反映</a:t>
            </a:r>
            <a:endParaRPr lang="en-US" altLang="ja-JP" sz="1400" dirty="0"/>
          </a:p>
          <a:p>
            <a:endParaRPr lang="en-US" altLang="ja-JP" sz="1400" dirty="0"/>
          </a:p>
          <a:p>
            <a:r>
              <a:rPr lang="ja-JP" altLang="en-US" sz="1400" dirty="0"/>
              <a:t>２．背景</a:t>
            </a:r>
            <a:endParaRPr lang="en-US" altLang="ja-JP" sz="1400" dirty="0"/>
          </a:p>
          <a:p>
            <a:pPr marL="182563"/>
            <a:r>
              <a:rPr kumimoji="1" lang="en-US" altLang="ja-JP" sz="1400" dirty="0"/>
              <a:t>Web</a:t>
            </a:r>
            <a:r>
              <a:rPr kumimoji="1" lang="ja-JP" altLang="en-US" sz="1400" dirty="0"/>
              <a:t>画面から</a:t>
            </a:r>
            <a:r>
              <a:rPr lang="en-US" altLang="ja-JP" sz="1400" dirty="0"/>
              <a:t>SO</a:t>
            </a:r>
            <a:r>
              <a:rPr lang="ja-JP" altLang="en-US" sz="1400" dirty="0"/>
              <a:t>毎に設定値一括変更が可能である。ただし、全</a:t>
            </a:r>
            <a:r>
              <a:rPr lang="en-US" altLang="ja-JP" sz="1400" dirty="0"/>
              <a:t>SO</a:t>
            </a:r>
            <a:r>
              <a:rPr lang="ja-JP" altLang="en-US" sz="1400" dirty="0"/>
              <a:t>の設定を一括で変更することはできないため、全</a:t>
            </a:r>
            <a:r>
              <a:rPr lang="en-US" altLang="ja-JP" sz="1400" dirty="0"/>
              <a:t>SO</a:t>
            </a:r>
            <a:r>
              <a:rPr lang="ja-JP" altLang="en-US" sz="1400" dirty="0"/>
              <a:t>に対して同一設定を適用したい場合は、設定変更作業に非常に時間がかかる。そのため、</a:t>
            </a:r>
            <a:r>
              <a:rPr kumimoji="1" lang="ja-JP" altLang="en-US" sz="1400" dirty="0"/>
              <a:t>新機種や新コントロールのサポート開始時には各</a:t>
            </a:r>
            <a:r>
              <a:rPr kumimoji="1" lang="en-US" altLang="ja-JP" sz="1400" dirty="0"/>
              <a:t>RHQ</a:t>
            </a:r>
            <a:r>
              <a:rPr kumimoji="1" lang="ja-JP" altLang="en-US" sz="1400" dirty="0"/>
              <a:t>担当者に設定値を確認してシステム管理者が</a:t>
            </a:r>
            <a:r>
              <a:rPr kumimoji="1" lang="en-US" altLang="ja-JP" sz="1400" dirty="0"/>
              <a:t>DB</a:t>
            </a:r>
            <a:r>
              <a:rPr kumimoji="1" lang="ja-JP" altLang="en-US" sz="1400" dirty="0"/>
              <a:t>に対して一括設定変更を実施している。</a:t>
            </a:r>
            <a:endParaRPr kumimoji="1" lang="en-US" altLang="ja-JP" sz="1400" dirty="0"/>
          </a:p>
          <a:p>
            <a:pPr marL="182563"/>
            <a:r>
              <a:rPr kumimoji="1" lang="ja-JP" altLang="en-US" sz="1400" dirty="0"/>
              <a:t>また、新規で登録される</a:t>
            </a:r>
            <a:r>
              <a:rPr kumimoji="1" lang="en-US" altLang="ja-JP" sz="1400" dirty="0"/>
              <a:t>SO</a:t>
            </a:r>
            <a:r>
              <a:rPr lang="ja-JP" altLang="en-US" sz="1400" dirty="0"/>
              <a:t>やローカルグループ用</a:t>
            </a:r>
            <a:r>
              <a:rPr kumimoji="1" lang="ja-JP" altLang="en-US" sz="1400" dirty="0"/>
              <a:t>に</a:t>
            </a:r>
            <a:r>
              <a:rPr kumimoji="1" lang="en-US" altLang="ja-JP" sz="1400" dirty="0"/>
              <a:t>RHQ</a:t>
            </a:r>
            <a:r>
              <a:rPr kumimoji="1" lang="ja-JP" altLang="en-US" sz="1400" dirty="0"/>
              <a:t>デフォルト設定も変更しておく必要があり、本変更作業もシステム管理者が</a:t>
            </a:r>
            <a:r>
              <a:rPr kumimoji="1" lang="en-US" altLang="ja-JP" sz="1400" dirty="0"/>
              <a:t>DB</a:t>
            </a:r>
            <a:r>
              <a:rPr kumimoji="1" lang="ja-JP" altLang="en-US" sz="1400" dirty="0"/>
              <a:t>から直接実施をしている。</a:t>
            </a:r>
            <a:endParaRPr kumimoji="1" lang="en-US" altLang="ja-JP" sz="1400" dirty="0"/>
          </a:p>
          <a:p>
            <a:pPr marL="182563"/>
            <a:r>
              <a:rPr lang="en-US" altLang="ja-JP" sz="1400" dirty="0"/>
              <a:t>Web</a:t>
            </a:r>
            <a:r>
              <a:rPr lang="ja-JP" altLang="en-US" sz="1400" dirty="0"/>
              <a:t>化することで</a:t>
            </a:r>
            <a:r>
              <a:rPr lang="en-US" altLang="ja-JP" sz="1400" dirty="0"/>
              <a:t>DB</a:t>
            </a:r>
            <a:r>
              <a:rPr lang="ja-JP" altLang="en-US" sz="1400" dirty="0"/>
              <a:t>に直接アクセスすることでの作業誤りによるリスク、システム管理者の作業工数削減が見込める。</a:t>
            </a:r>
            <a:endParaRPr kumimoji="1" lang="en-US" altLang="ja-JP" sz="1400" dirty="0"/>
          </a:p>
          <a:p>
            <a:endParaRPr lang="ja-JP" altLang="en-US" sz="1400" dirty="0"/>
          </a:p>
        </p:txBody>
      </p:sp>
      <p:sp>
        <p:nvSpPr>
          <p:cNvPr id="7" name="タイトル 6">
            <a:extLst>
              <a:ext uri="{FF2B5EF4-FFF2-40B4-BE49-F238E27FC236}">
                <a16:creationId xmlns:a16="http://schemas.microsoft.com/office/drawing/2014/main" id="{7AF63376-A374-4882-9CC7-3F46EFD59021}"/>
              </a:ext>
            </a:extLst>
          </p:cNvPr>
          <p:cNvSpPr>
            <a:spLocks noGrp="1"/>
          </p:cNvSpPr>
          <p:nvPr>
            <p:ph type="title"/>
          </p:nvPr>
        </p:nvSpPr>
        <p:spPr/>
        <p:txBody>
          <a:bodyPr/>
          <a:lstStyle/>
          <a:p>
            <a:r>
              <a:rPr lang="en-US" altLang="ja-JP" dirty="0"/>
              <a:t>1-2</a:t>
            </a:r>
            <a:r>
              <a:rPr lang="ja-JP" altLang="en-US" dirty="0"/>
              <a:t>　</a:t>
            </a:r>
            <a:r>
              <a:rPr lang="en-US" altLang="ja-JP" dirty="0"/>
              <a:t>RHQ</a:t>
            </a:r>
            <a:r>
              <a:rPr lang="ja-JP" altLang="en-US" dirty="0"/>
              <a:t>デフォルト設定の変更・</a:t>
            </a:r>
            <a:r>
              <a:rPr lang="en-US" altLang="ja-JP" dirty="0"/>
              <a:t>SO</a:t>
            </a:r>
            <a:r>
              <a:rPr lang="ja-JP" altLang="en-US" dirty="0"/>
              <a:t>設定反映機能</a:t>
            </a:r>
          </a:p>
        </p:txBody>
      </p:sp>
      <p:sp>
        <p:nvSpPr>
          <p:cNvPr id="9" name="スライド番号プレースホルダー 1">
            <a:extLst>
              <a:ext uri="{FF2B5EF4-FFF2-40B4-BE49-F238E27FC236}">
                <a16:creationId xmlns:a16="http://schemas.microsoft.com/office/drawing/2014/main" id="{A04ED515-7906-476C-973F-6F036480CB82}"/>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8</a:t>
            </a:fld>
            <a:endParaRPr lang="ja-JP" altLang="en-US"/>
          </a:p>
        </p:txBody>
      </p:sp>
    </p:spTree>
    <p:extLst>
      <p:ext uri="{BB962C8B-B14F-4D97-AF65-F5344CB8AC3E}">
        <p14:creationId xmlns:p14="http://schemas.microsoft.com/office/powerpoint/2010/main" val="1647549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コンテンツ プレースホルダー 34">
            <a:extLst>
              <a:ext uri="{FF2B5EF4-FFF2-40B4-BE49-F238E27FC236}">
                <a16:creationId xmlns:a16="http://schemas.microsoft.com/office/drawing/2014/main" id="{2E24ACAE-7987-42AD-82A7-4405732CAF28}"/>
              </a:ext>
            </a:extLst>
          </p:cNvPr>
          <p:cNvGraphicFramePr>
            <a:graphicFrameLocks/>
          </p:cNvGraphicFramePr>
          <p:nvPr>
            <p:extLst>
              <p:ext uri="{D42A27DB-BD31-4B8C-83A1-F6EECF244321}">
                <p14:modId xmlns:p14="http://schemas.microsoft.com/office/powerpoint/2010/main" val="501224793"/>
              </p:ext>
            </p:extLst>
          </p:nvPr>
        </p:nvGraphicFramePr>
        <p:xfrm>
          <a:off x="474947" y="4096817"/>
          <a:ext cx="11377266" cy="2466453"/>
        </p:xfrm>
        <a:graphic>
          <a:graphicData uri="http://schemas.openxmlformats.org/drawingml/2006/table">
            <a:tbl>
              <a:tblPr/>
              <a:tblGrid>
                <a:gridCol w="6226860">
                  <a:extLst>
                    <a:ext uri="{9D8B030D-6E8A-4147-A177-3AD203B41FA5}">
                      <a16:colId xmlns:a16="http://schemas.microsoft.com/office/drawing/2014/main" val="1731557245"/>
                    </a:ext>
                  </a:extLst>
                </a:gridCol>
                <a:gridCol w="1716802">
                  <a:extLst>
                    <a:ext uri="{9D8B030D-6E8A-4147-A177-3AD203B41FA5}">
                      <a16:colId xmlns:a16="http://schemas.microsoft.com/office/drawing/2014/main" val="353462035"/>
                    </a:ext>
                  </a:extLst>
                </a:gridCol>
                <a:gridCol w="1716802">
                  <a:extLst>
                    <a:ext uri="{9D8B030D-6E8A-4147-A177-3AD203B41FA5}">
                      <a16:colId xmlns:a16="http://schemas.microsoft.com/office/drawing/2014/main" val="2238048021"/>
                    </a:ext>
                  </a:extLst>
                </a:gridCol>
                <a:gridCol w="1716802">
                  <a:extLst>
                    <a:ext uri="{9D8B030D-6E8A-4147-A177-3AD203B41FA5}">
                      <a16:colId xmlns:a16="http://schemas.microsoft.com/office/drawing/2014/main" val="3446963866"/>
                    </a:ext>
                  </a:extLst>
                </a:gridCol>
              </a:tblGrid>
              <a:tr h="566662">
                <a:tc>
                  <a:txBody>
                    <a:bodyPr/>
                    <a:lstStyle/>
                    <a:p>
                      <a:pPr algn="ctr" fontAlgn="ct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作業の流れ</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altLang="ja-JP" sz="1400" b="1" i="0" u="none" strike="noStrike" dirty="0">
                          <a:solidFill>
                            <a:schemeClr val="tx1"/>
                          </a:solidFill>
                          <a:effectLst/>
                          <a:latin typeface="Meiryo UI" panose="020B0604030504040204" pitchFamily="50" charset="-128"/>
                          <a:ea typeface="Meiryo UI" panose="020B0604030504040204" pitchFamily="50" charset="-128"/>
                        </a:rPr>
                        <a:t>RHQ</a:t>
                      </a: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デフォルト設定</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fontAlgn="ctr"/>
                      <a:r>
                        <a:rPr lang="en-US" altLang="ja-JP" sz="1400" b="1"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ローカルグループ設定</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fontAlgn="ct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施設設定</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75650743"/>
                  </a:ext>
                </a:extLst>
              </a:tr>
              <a:tr h="1899791">
                <a:tc>
                  <a:txBody>
                    <a:bodyPr/>
                    <a:lstStyle/>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RHQ</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が</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RHQ</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デフォルト設定を変更する。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登録済</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の設定が変更される。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登録済施設の設定が変更される。 </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 </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変更以降に登録された新規</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の設定に反映される。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登録済ローカルグループの設定が変更される。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377"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変更以降に登録された新規ローカルグループの設定に反映される。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endParaRPr lang="ja-JP" altLang="en-US" sz="1200" b="0" i="0" u="none" strike="noStrike" dirty="0">
                        <a:solidFill>
                          <a:schemeClr val="accent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l" fontAlgn="ctr"/>
                      <a:endParaRPr lang="ja-JP" altLang="en-US" sz="1200" b="0" i="0" u="none" strike="noStrike" dirty="0">
                        <a:solidFill>
                          <a:schemeClr val="tx2"/>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l" fontAlgn="ctr"/>
                      <a:r>
                        <a:rPr lang="ja-JP" altLang="en-US" sz="1200" b="0" i="0" u="none" strike="noStrike" dirty="0">
                          <a:solidFill>
                            <a:schemeClr val="tx2"/>
                          </a:solidFill>
                          <a:effectLst/>
                          <a:latin typeface="Meiryo UI" panose="020B0604030504040204" pitchFamily="50" charset="-128"/>
                          <a:ea typeface="Meiryo UI" panose="020B0604030504040204" pitchFamily="50" charset="-128"/>
                        </a:rPr>
                        <a:t>　</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l" fontAlgn="ctr"/>
                      <a:r>
                        <a:rPr lang="ja-JP" altLang="en-US" sz="1200" b="0" i="0" u="none" strike="noStrike" dirty="0">
                          <a:solidFill>
                            <a:schemeClr val="tx2"/>
                          </a:solidFill>
                          <a:effectLst/>
                          <a:latin typeface="Meiryo UI" panose="020B0604030504040204" pitchFamily="50" charset="-128"/>
                          <a:ea typeface="Meiryo UI" panose="020B0604030504040204" pitchFamily="50" charset="-128"/>
                        </a:rPr>
                        <a:t>　</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55492719"/>
                  </a:ext>
                </a:extLst>
              </a:tr>
            </a:tbl>
          </a:graphicData>
        </a:graphic>
      </p:graphicFrame>
      <p:graphicFrame>
        <p:nvGraphicFramePr>
          <p:cNvPr id="22" name="コンテンツ プレースホルダー 34">
            <a:extLst>
              <a:ext uri="{FF2B5EF4-FFF2-40B4-BE49-F238E27FC236}">
                <a16:creationId xmlns:a16="http://schemas.microsoft.com/office/drawing/2014/main" id="{6C208A78-80F9-44BA-8CBF-7329DEE7FF72}"/>
              </a:ext>
            </a:extLst>
          </p:cNvPr>
          <p:cNvGraphicFramePr>
            <a:graphicFrameLocks/>
          </p:cNvGraphicFramePr>
          <p:nvPr>
            <p:extLst>
              <p:ext uri="{D42A27DB-BD31-4B8C-83A1-F6EECF244321}">
                <p14:modId xmlns:p14="http://schemas.microsoft.com/office/powerpoint/2010/main" val="750411173"/>
              </p:ext>
            </p:extLst>
          </p:nvPr>
        </p:nvGraphicFramePr>
        <p:xfrm>
          <a:off x="479374" y="1252590"/>
          <a:ext cx="11377266" cy="2527888"/>
        </p:xfrm>
        <a:graphic>
          <a:graphicData uri="http://schemas.openxmlformats.org/drawingml/2006/table">
            <a:tbl>
              <a:tblPr/>
              <a:tblGrid>
                <a:gridCol w="6226860">
                  <a:extLst>
                    <a:ext uri="{9D8B030D-6E8A-4147-A177-3AD203B41FA5}">
                      <a16:colId xmlns:a16="http://schemas.microsoft.com/office/drawing/2014/main" val="1731557245"/>
                    </a:ext>
                  </a:extLst>
                </a:gridCol>
                <a:gridCol w="1716802">
                  <a:extLst>
                    <a:ext uri="{9D8B030D-6E8A-4147-A177-3AD203B41FA5}">
                      <a16:colId xmlns:a16="http://schemas.microsoft.com/office/drawing/2014/main" val="353462035"/>
                    </a:ext>
                  </a:extLst>
                </a:gridCol>
                <a:gridCol w="1716802">
                  <a:extLst>
                    <a:ext uri="{9D8B030D-6E8A-4147-A177-3AD203B41FA5}">
                      <a16:colId xmlns:a16="http://schemas.microsoft.com/office/drawing/2014/main" val="2238048021"/>
                    </a:ext>
                  </a:extLst>
                </a:gridCol>
                <a:gridCol w="1716802">
                  <a:extLst>
                    <a:ext uri="{9D8B030D-6E8A-4147-A177-3AD203B41FA5}">
                      <a16:colId xmlns:a16="http://schemas.microsoft.com/office/drawing/2014/main" val="3446963866"/>
                    </a:ext>
                  </a:extLst>
                </a:gridCol>
              </a:tblGrid>
              <a:tr h="406614">
                <a:tc>
                  <a:txBody>
                    <a:bodyPr/>
                    <a:lstStyle/>
                    <a:p>
                      <a:pPr algn="ctr" fontAlgn="ct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作業の流れ</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altLang="ja-JP" sz="1400" b="1" i="0" u="none" strike="noStrike" dirty="0">
                          <a:solidFill>
                            <a:schemeClr val="tx1"/>
                          </a:solidFill>
                          <a:effectLst/>
                          <a:latin typeface="Meiryo UI" panose="020B0604030504040204" pitchFamily="50" charset="-128"/>
                          <a:ea typeface="Meiryo UI" panose="020B0604030504040204" pitchFamily="50" charset="-128"/>
                        </a:rPr>
                        <a:t>RHQ</a:t>
                      </a: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デフォルト設定</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fontAlgn="ctr"/>
                      <a:r>
                        <a:rPr lang="en-US" altLang="ja-JP" sz="1400" b="1"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ローカルグループ設定</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ctr" fontAlgn="ctr"/>
                      <a:r>
                        <a:rPr lang="ja-JP" altLang="en-US" sz="1400" b="1" i="0" u="none" strike="noStrike" dirty="0">
                          <a:solidFill>
                            <a:schemeClr val="tx1"/>
                          </a:solidFill>
                          <a:effectLst/>
                          <a:latin typeface="Meiryo UI" panose="020B0604030504040204" pitchFamily="50" charset="-128"/>
                          <a:ea typeface="Meiryo UI" panose="020B0604030504040204" pitchFamily="50" charset="-128"/>
                        </a:rPr>
                        <a:t>施設設定</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75650743"/>
                  </a:ext>
                </a:extLst>
              </a:tr>
              <a:tr h="2101168">
                <a:tc>
                  <a:txBody>
                    <a:bodyPr/>
                    <a:lstStyle/>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RHQ</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から設定内容の申請。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 システム管理者が依頼内容の確認。</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accent1"/>
                          </a:solidFill>
                          <a:effectLst/>
                          <a:latin typeface="Meiryo UI" panose="020B0604030504040204" pitchFamily="50" charset="-128"/>
                          <a:ea typeface="Meiryo UI" panose="020B0604030504040204" pitchFamily="50" charset="-128"/>
                        </a:rPr>
                        <a:t>・ システム管理者が</a:t>
                      </a:r>
                      <a:r>
                        <a:rPr lang="en-US" altLang="ja-JP" sz="1200" b="0" i="0" u="none" strike="noStrike" dirty="0">
                          <a:solidFill>
                            <a:schemeClr val="accent1"/>
                          </a:solidFill>
                          <a:effectLst/>
                          <a:latin typeface="Meiryo UI" panose="020B0604030504040204" pitchFamily="50" charset="-128"/>
                          <a:ea typeface="Meiryo UI" panose="020B0604030504040204" pitchFamily="50" charset="-128"/>
                        </a:rPr>
                        <a:t>RHQ</a:t>
                      </a:r>
                      <a:r>
                        <a:rPr lang="ja-JP" altLang="en-US" sz="1200" b="0" i="0" u="none" strike="noStrike" dirty="0">
                          <a:solidFill>
                            <a:schemeClr val="accent1"/>
                          </a:solidFill>
                          <a:effectLst/>
                          <a:latin typeface="Meiryo UI" panose="020B0604030504040204" pitchFamily="50" charset="-128"/>
                          <a:ea typeface="Meiryo UI" panose="020B0604030504040204" pitchFamily="50" charset="-128"/>
                        </a:rPr>
                        <a:t>デフォルト設定を変更する。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  </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変更以降に登録された新規</a:t>
                      </a:r>
                      <a:r>
                        <a:rPr lang="en-US" altLang="ja-JP" sz="1200" b="0" i="0" u="none" strike="noStrike" dirty="0">
                          <a:solidFill>
                            <a:schemeClr val="tx1"/>
                          </a:solidFill>
                          <a:effectLst/>
                          <a:latin typeface="Meiryo UI" panose="020B0604030504040204" pitchFamily="50" charset="-128"/>
                          <a:ea typeface="Meiryo UI" panose="020B0604030504040204" pitchFamily="50" charset="-128"/>
                        </a:rPr>
                        <a:t>SO</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の設定に反映される。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marL="0" marR="0" lvl="0" indent="0" algn="l" defTabSz="914377" rtl="0" eaLnBrk="1" fontAlgn="ctr" latinLnBrk="0" hangingPunct="1">
                        <a:lnSpc>
                          <a:spcPct val="100000"/>
                        </a:lnSpc>
                        <a:spcBef>
                          <a:spcPts val="0"/>
                        </a:spcBef>
                        <a:spcAft>
                          <a:spcPts val="0"/>
                        </a:spcAft>
                        <a:buClrTx/>
                        <a:buSzTx/>
                        <a:buFontTx/>
                        <a:buNone/>
                        <a:tabLst/>
                        <a:defRPr/>
                      </a:pP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　</a:t>
                      </a:r>
                      <a:r>
                        <a:rPr lang="en-US" altLang="ja-JP"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a:t>
                      </a:r>
                      <a:r>
                        <a:rPr lang="ja-JP" altLang="en-US" sz="1200" b="0" i="0" u="none" strike="noStrike" dirty="0">
                          <a:solidFill>
                            <a:schemeClr val="tx1"/>
                          </a:solidFill>
                          <a:effectLst/>
                          <a:latin typeface="Meiryo UI" panose="020B0604030504040204" pitchFamily="50" charset="-128"/>
                          <a:ea typeface="Meiryo UI" panose="020B0604030504040204" pitchFamily="50" charset="-128"/>
                          <a:sym typeface="Wingdings" panose="05000000000000000000" pitchFamily="2" charset="2"/>
                        </a:rPr>
                        <a:t>（自動反映）</a:t>
                      </a:r>
                      <a:r>
                        <a:rPr lang="ja-JP" altLang="en-US" sz="1200" b="0" i="0" u="none" strike="noStrike" dirty="0">
                          <a:solidFill>
                            <a:schemeClr val="tx1"/>
                          </a:solidFill>
                          <a:effectLst/>
                          <a:latin typeface="Meiryo UI" panose="020B0604030504040204" pitchFamily="50" charset="-128"/>
                          <a:ea typeface="Meiryo UI" panose="020B0604030504040204" pitchFamily="50" charset="-128"/>
                        </a:rPr>
                        <a:t>変更以降に登録された新規ローカルグループの設定に反映される。</a:t>
                      </a:r>
                      <a:endParaRPr lang="en-US" altLang="ja-JP" sz="1200" b="0" i="0" u="none" strike="noStrike" dirty="0">
                        <a:solidFill>
                          <a:schemeClr val="tx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accent1"/>
                          </a:solidFill>
                          <a:effectLst/>
                          <a:latin typeface="Meiryo UI" panose="020B0604030504040204" pitchFamily="50" charset="-128"/>
                          <a:ea typeface="Meiryo UI" panose="020B0604030504040204" pitchFamily="50" charset="-128"/>
                        </a:rPr>
                        <a:t>・ システム管理者が登録済</a:t>
                      </a:r>
                      <a:r>
                        <a:rPr lang="en-US" altLang="ja-JP" sz="1200" b="0" i="0" u="none" strike="noStrike" dirty="0">
                          <a:solidFill>
                            <a:schemeClr val="accent1"/>
                          </a:solidFill>
                          <a:effectLst/>
                          <a:latin typeface="Meiryo UI" panose="020B0604030504040204" pitchFamily="50" charset="-128"/>
                          <a:ea typeface="Meiryo UI" panose="020B0604030504040204" pitchFamily="50" charset="-128"/>
                        </a:rPr>
                        <a:t>SO</a:t>
                      </a:r>
                      <a:r>
                        <a:rPr lang="ja-JP" altLang="en-US" sz="1200" b="0" i="0" u="none" strike="noStrike" dirty="0">
                          <a:solidFill>
                            <a:schemeClr val="accent1"/>
                          </a:solidFill>
                          <a:effectLst/>
                          <a:latin typeface="Meiryo UI" panose="020B0604030504040204" pitchFamily="50" charset="-128"/>
                          <a:ea typeface="Meiryo UI" panose="020B0604030504040204" pitchFamily="50" charset="-128"/>
                        </a:rPr>
                        <a:t>の設定を変更する。</a:t>
                      </a:r>
                      <a:endParaRPr lang="en-US" altLang="ja-JP" sz="1200" b="0" i="0" u="none" strike="noStrike" dirty="0">
                        <a:solidFill>
                          <a:schemeClr val="accent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accent1"/>
                          </a:solidFill>
                          <a:effectLst/>
                          <a:latin typeface="Meiryo UI" panose="020B0604030504040204" pitchFamily="50" charset="-128"/>
                          <a:ea typeface="Meiryo UI" panose="020B0604030504040204" pitchFamily="50" charset="-128"/>
                        </a:rPr>
                        <a:t>・ システム管理者が登録済施設の設定を変更する。</a:t>
                      </a:r>
                      <a:endParaRPr lang="en-US" altLang="ja-JP" sz="1200" b="0" i="0" u="none" strike="noStrike" dirty="0">
                        <a:solidFill>
                          <a:schemeClr val="accent1"/>
                        </a:solidFill>
                        <a:effectLst/>
                        <a:latin typeface="Meiryo UI" panose="020B0604030504040204" pitchFamily="50" charset="-128"/>
                        <a:ea typeface="Meiryo UI" panose="020B0604030504040204" pitchFamily="50" charset="-128"/>
                      </a:endParaRPr>
                    </a:p>
                    <a:p>
                      <a:pPr algn="l" fontAlgn="ctr"/>
                      <a:r>
                        <a:rPr lang="ja-JP" altLang="en-US" sz="1200" b="0" i="0" u="none" strike="noStrike" dirty="0">
                          <a:solidFill>
                            <a:schemeClr val="accent1"/>
                          </a:solidFill>
                          <a:effectLst/>
                          <a:latin typeface="Meiryo UI" panose="020B0604030504040204" pitchFamily="50" charset="-128"/>
                          <a:ea typeface="Meiryo UI" panose="020B0604030504040204" pitchFamily="50" charset="-128"/>
                        </a:rPr>
                        <a:t>・ システム管理者がローカルグループの設定を変更する。</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l" fontAlgn="ctr"/>
                      <a:endParaRPr lang="ja-JP" altLang="en-US" sz="1200" b="0" i="0" u="none" strike="noStrike" dirty="0">
                        <a:solidFill>
                          <a:schemeClr val="tx2"/>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l" fontAlgn="ctr"/>
                      <a:r>
                        <a:rPr lang="ja-JP" altLang="en-US" sz="1200" b="0" i="0" u="none" strike="noStrike" dirty="0">
                          <a:solidFill>
                            <a:schemeClr val="tx2"/>
                          </a:solidFill>
                          <a:effectLst/>
                          <a:latin typeface="Meiryo UI" panose="020B0604030504040204" pitchFamily="50" charset="-128"/>
                          <a:ea typeface="Meiryo UI" panose="020B0604030504040204" pitchFamily="50" charset="-128"/>
                        </a:rPr>
                        <a:t>　</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pPr algn="l" fontAlgn="ctr"/>
                      <a:r>
                        <a:rPr lang="ja-JP" altLang="en-US" sz="1200" b="0" i="0" u="none" strike="noStrike" dirty="0">
                          <a:solidFill>
                            <a:schemeClr val="tx2"/>
                          </a:solidFill>
                          <a:effectLst/>
                          <a:latin typeface="Meiryo UI" panose="020B0604030504040204" pitchFamily="50" charset="-128"/>
                          <a:ea typeface="Meiryo UI" panose="020B0604030504040204" pitchFamily="50" charset="-128"/>
                        </a:rPr>
                        <a:t>　</a:t>
                      </a:r>
                    </a:p>
                  </a:txBody>
                  <a:tcPr marL="0" marR="0" marT="0" marB="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55492719"/>
                  </a:ext>
                </a:extLst>
              </a:tr>
            </a:tbl>
          </a:graphicData>
        </a:graphic>
      </p:graphicFrame>
      <p:sp>
        <p:nvSpPr>
          <p:cNvPr id="7" name="タイトル 6">
            <a:extLst>
              <a:ext uri="{FF2B5EF4-FFF2-40B4-BE49-F238E27FC236}">
                <a16:creationId xmlns:a16="http://schemas.microsoft.com/office/drawing/2014/main" id="{7AF63376-A374-4882-9CC7-3F46EFD59021}"/>
              </a:ext>
            </a:extLst>
          </p:cNvPr>
          <p:cNvSpPr>
            <a:spLocks noGrp="1"/>
          </p:cNvSpPr>
          <p:nvPr>
            <p:ph type="title"/>
          </p:nvPr>
        </p:nvSpPr>
        <p:spPr/>
        <p:txBody>
          <a:bodyPr/>
          <a:lstStyle/>
          <a:p>
            <a:r>
              <a:rPr lang="en-US" altLang="ja-JP" dirty="0"/>
              <a:t>1-2</a:t>
            </a:r>
            <a:r>
              <a:rPr lang="ja-JP" altLang="en-US" dirty="0"/>
              <a:t>　</a:t>
            </a:r>
            <a:r>
              <a:rPr lang="en-US" altLang="ja-JP" dirty="0"/>
              <a:t>RHQ</a:t>
            </a:r>
            <a:r>
              <a:rPr lang="ja-JP" altLang="en-US" dirty="0"/>
              <a:t>デフォルト設定の変更・</a:t>
            </a:r>
            <a:r>
              <a:rPr lang="en-US" altLang="ja-JP" dirty="0"/>
              <a:t>SO</a:t>
            </a:r>
            <a:r>
              <a:rPr lang="ja-JP" altLang="en-US" dirty="0"/>
              <a:t>設定反映機能</a:t>
            </a:r>
          </a:p>
        </p:txBody>
      </p:sp>
      <p:sp>
        <p:nvSpPr>
          <p:cNvPr id="9" name="スライド番号プレースホルダー 1">
            <a:extLst>
              <a:ext uri="{FF2B5EF4-FFF2-40B4-BE49-F238E27FC236}">
                <a16:creationId xmlns:a16="http://schemas.microsoft.com/office/drawing/2014/main" id="{A04ED515-7906-476C-973F-6F036480CB82}"/>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9</a:t>
            </a:fld>
            <a:endParaRPr lang="ja-JP" altLang="en-US"/>
          </a:p>
        </p:txBody>
      </p:sp>
      <p:sp>
        <p:nvSpPr>
          <p:cNvPr id="27" name="コンテンツ プレースホルダー 4">
            <a:extLst>
              <a:ext uri="{FF2B5EF4-FFF2-40B4-BE49-F238E27FC236}">
                <a16:creationId xmlns:a16="http://schemas.microsoft.com/office/drawing/2014/main" id="{64DF2314-29BC-460C-9435-1186667C9383}"/>
              </a:ext>
            </a:extLst>
          </p:cNvPr>
          <p:cNvSpPr txBox="1">
            <a:spLocks/>
          </p:cNvSpPr>
          <p:nvPr/>
        </p:nvSpPr>
        <p:spPr>
          <a:xfrm>
            <a:off x="8815218" y="1783413"/>
            <a:ext cx="828016" cy="391303"/>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新規</a:t>
            </a:r>
            <a:r>
              <a:rPr kumimoji="0" lang="en-US" altLang="ja-JP" sz="800" b="1" kern="0" dirty="0">
                <a:solidFill>
                  <a:prstClr val="white"/>
                </a:solidFill>
                <a:latin typeface="+mn-ea"/>
              </a:rPr>
              <a:t>SO</a:t>
            </a:r>
          </a:p>
        </p:txBody>
      </p:sp>
      <p:sp>
        <p:nvSpPr>
          <p:cNvPr id="28" name="コンテンツ プレースホルダー 4">
            <a:extLst>
              <a:ext uri="{FF2B5EF4-FFF2-40B4-BE49-F238E27FC236}">
                <a16:creationId xmlns:a16="http://schemas.microsoft.com/office/drawing/2014/main" id="{E7FC4B97-9DAF-4AA1-8D95-E03374B9E8E0}"/>
              </a:ext>
            </a:extLst>
          </p:cNvPr>
          <p:cNvSpPr txBox="1">
            <a:spLocks/>
          </p:cNvSpPr>
          <p:nvPr/>
        </p:nvSpPr>
        <p:spPr>
          <a:xfrm>
            <a:off x="7139047" y="1781980"/>
            <a:ext cx="881220" cy="721936"/>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en-US" altLang="ja-JP" sz="800" b="1" kern="0" dirty="0">
                <a:solidFill>
                  <a:prstClr val="white"/>
                </a:solidFill>
                <a:latin typeface="+mn-ea"/>
              </a:rPr>
              <a:t>RHQ</a:t>
            </a:r>
          </a:p>
        </p:txBody>
      </p:sp>
      <p:sp>
        <p:nvSpPr>
          <p:cNvPr id="37" name="コンテンツ プレースホルダー 4">
            <a:extLst>
              <a:ext uri="{FF2B5EF4-FFF2-40B4-BE49-F238E27FC236}">
                <a16:creationId xmlns:a16="http://schemas.microsoft.com/office/drawing/2014/main" id="{5B68AD08-6F4F-46C7-B712-A907EB3860E6}"/>
              </a:ext>
            </a:extLst>
          </p:cNvPr>
          <p:cNvSpPr txBox="1">
            <a:spLocks/>
          </p:cNvSpPr>
          <p:nvPr/>
        </p:nvSpPr>
        <p:spPr>
          <a:xfrm>
            <a:off x="7158996" y="4738149"/>
            <a:ext cx="881220" cy="722689"/>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en-US" altLang="ja-JP" sz="800" b="1" kern="0" dirty="0">
                <a:solidFill>
                  <a:prstClr val="white"/>
                </a:solidFill>
                <a:latin typeface="+mn-ea"/>
              </a:rPr>
              <a:t>RHQ</a:t>
            </a:r>
          </a:p>
        </p:txBody>
      </p:sp>
      <p:sp>
        <p:nvSpPr>
          <p:cNvPr id="45" name="コンテンツ プレースホルダー 4">
            <a:extLst>
              <a:ext uri="{FF2B5EF4-FFF2-40B4-BE49-F238E27FC236}">
                <a16:creationId xmlns:a16="http://schemas.microsoft.com/office/drawing/2014/main" id="{541471E1-30F4-4DB4-9D09-9E20FE7533A1}"/>
              </a:ext>
            </a:extLst>
          </p:cNvPr>
          <p:cNvSpPr txBox="1">
            <a:spLocks/>
          </p:cNvSpPr>
          <p:nvPr/>
        </p:nvSpPr>
        <p:spPr>
          <a:xfrm>
            <a:off x="8802354" y="2207808"/>
            <a:ext cx="828016" cy="391303"/>
          </a:xfrm>
          <a:prstGeom prst="can">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登録済</a:t>
            </a:r>
            <a:r>
              <a:rPr kumimoji="0" lang="en-US" altLang="ja-JP" sz="800" b="1" kern="0" dirty="0">
                <a:solidFill>
                  <a:prstClr val="white"/>
                </a:solidFill>
                <a:latin typeface="+mn-ea"/>
              </a:rPr>
              <a:t>SO</a:t>
            </a:r>
          </a:p>
        </p:txBody>
      </p:sp>
      <p:sp>
        <p:nvSpPr>
          <p:cNvPr id="24" name="テキスト ボックス 23">
            <a:extLst>
              <a:ext uri="{FF2B5EF4-FFF2-40B4-BE49-F238E27FC236}">
                <a16:creationId xmlns:a16="http://schemas.microsoft.com/office/drawing/2014/main" id="{7DDB59A9-3A5B-476A-B20F-2BE314DE3BE8}"/>
              </a:ext>
            </a:extLst>
          </p:cNvPr>
          <p:cNvSpPr txBox="1"/>
          <p:nvPr/>
        </p:nvSpPr>
        <p:spPr>
          <a:xfrm>
            <a:off x="8539988" y="2489068"/>
            <a:ext cx="1489826" cy="276999"/>
          </a:xfrm>
          <a:prstGeom prst="rect">
            <a:avLst/>
          </a:prstGeom>
          <a:noFill/>
        </p:spPr>
        <p:txBody>
          <a:bodyPr wrap="square" rtlCol="0">
            <a:spAutoFit/>
          </a:bodyPr>
          <a:lstStyle/>
          <a:p>
            <a:r>
              <a:rPr lang="en-US" altLang="ja-JP" sz="1200" dirty="0">
                <a:solidFill>
                  <a:schemeClr val="accent1"/>
                </a:solidFill>
              </a:rPr>
              <a:t>DB</a:t>
            </a:r>
            <a:r>
              <a:rPr lang="ja-JP" altLang="en-US" sz="1200" dirty="0">
                <a:solidFill>
                  <a:schemeClr val="accent1"/>
                </a:solidFill>
              </a:rPr>
              <a:t>に直接変更実施</a:t>
            </a:r>
            <a:endParaRPr kumimoji="1" lang="en-US" altLang="ja-JP" sz="1200" dirty="0">
              <a:solidFill>
                <a:schemeClr val="accent1"/>
              </a:solidFill>
            </a:endParaRPr>
          </a:p>
        </p:txBody>
      </p:sp>
      <p:sp>
        <p:nvSpPr>
          <p:cNvPr id="47" name="コンテンツ プレースホルダー 4">
            <a:extLst>
              <a:ext uri="{FF2B5EF4-FFF2-40B4-BE49-F238E27FC236}">
                <a16:creationId xmlns:a16="http://schemas.microsoft.com/office/drawing/2014/main" id="{255F89CF-E207-4500-88B1-058695989435}"/>
              </a:ext>
            </a:extLst>
          </p:cNvPr>
          <p:cNvSpPr txBox="1">
            <a:spLocks/>
          </p:cNvSpPr>
          <p:nvPr/>
        </p:nvSpPr>
        <p:spPr>
          <a:xfrm>
            <a:off x="10595292" y="2174716"/>
            <a:ext cx="828016" cy="391303"/>
          </a:xfrm>
          <a:prstGeom prst="can">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登録済施設</a:t>
            </a:r>
            <a:endParaRPr kumimoji="0" lang="en-US" altLang="ja-JP" sz="800" b="1" kern="0" dirty="0">
              <a:solidFill>
                <a:prstClr val="white"/>
              </a:solidFill>
              <a:latin typeface="+mn-ea"/>
            </a:endParaRPr>
          </a:p>
        </p:txBody>
      </p:sp>
      <p:sp>
        <p:nvSpPr>
          <p:cNvPr id="48" name="テキスト ボックス 47">
            <a:extLst>
              <a:ext uri="{FF2B5EF4-FFF2-40B4-BE49-F238E27FC236}">
                <a16:creationId xmlns:a16="http://schemas.microsoft.com/office/drawing/2014/main" id="{C22F272A-C2C4-4172-BA7A-0C5A71FC8FDF}"/>
              </a:ext>
            </a:extLst>
          </p:cNvPr>
          <p:cNvSpPr txBox="1"/>
          <p:nvPr/>
        </p:nvSpPr>
        <p:spPr>
          <a:xfrm>
            <a:off x="10362387" y="2461944"/>
            <a:ext cx="1489826" cy="276999"/>
          </a:xfrm>
          <a:prstGeom prst="rect">
            <a:avLst/>
          </a:prstGeom>
          <a:noFill/>
        </p:spPr>
        <p:txBody>
          <a:bodyPr wrap="square" rtlCol="0">
            <a:spAutoFit/>
          </a:bodyPr>
          <a:lstStyle/>
          <a:p>
            <a:r>
              <a:rPr lang="en-US" altLang="ja-JP" sz="1200" dirty="0">
                <a:solidFill>
                  <a:schemeClr val="accent1"/>
                </a:solidFill>
              </a:rPr>
              <a:t>DB</a:t>
            </a:r>
            <a:r>
              <a:rPr lang="ja-JP" altLang="en-US" sz="1200" dirty="0">
                <a:solidFill>
                  <a:schemeClr val="accent1"/>
                </a:solidFill>
              </a:rPr>
              <a:t>に直接変更実施</a:t>
            </a:r>
            <a:endParaRPr kumimoji="1" lang="en-US" altLang="ja-JP" sz="1200" dirty="0">
              <a:solidFill>
                <a:schemeClr val="accent1"/>
              </a:solidFill>
            </a:endParaRPr>
          </a:p>
        </p:txBody>
      </p:sp>
      <p:sp>
        <p:nvSpPr>
          <p:cNvPr id="53" name="コンテンツ プレースホルダー 4">
            <a:extLst>
              <a:ext uri="{FF2B5EF4-FFF2-40B4-BE49-F238E27FC236}">
                <a16:creationId xmlns:a16="http://schemas.microsoft.com/office/drawing/2014/main" id="{114AD9D3-F996-430D-AF4B-50BC0358D7CF}"/>
              </a:ext>
            </a:extLst>
          </p:cNvPr>
          <p:cNvSpPr txBox="1">
            <a:spLocks/>
          </p:cNvSpPr>
          <p:nvPr/>
        </p:nvSpPr>
        <p:spPr>
          <a:xfrm>
            <a:off x="8868384" y="4729161"/>
            <a:ext cx="828016" cy="391711"/>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新規</a:t>
            </a:r>
            <a:r>
              <a:rPr kumimoji="0" lang="en-US" altLang="ja-JP" sz="800" b="1" kern="0" dirty="0">
                <a:solidFill>
                  <a:prstClr val="white"/>
                </a:solidFill>
                <a:latin typeface="+mn-ea"/>
              </a:rPr>
              <a:t>SO</a:t>
            </a:r>
          </a:p>
        </p:txBody>
      </p:sp>
      <p:sp>
        <p:nvSpPr>
          <p:cNvPr id="57" name="コンテンツ プレースホルダー 4">
            <a:extLst>
              <a:ext uri="{FF2B5EF4-FFF2-40B4-BE49-F238E27FC236}">
                <a16:creationId xmlns:a16="http://schemas.microsoft.com/office/drawing/2014/main" id="{29B16BF5-CB66-405A-8302-54AD4002E701}"/>
              </a:ext>
            </a:extLst>
          </p:cNvPr>
          <p:cNvSpPr txBox="1">
            <a:spLocks/>
          </p:cNvSpPr>
          <p:nvPr/>
        </p:nvSpPr>
        <p:spPr>
          <a:xfrm>
            <a:off x="8855520" y="5153556"/>
            <a:ext cx="828016" cy="391711"/>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登録済</a:t>
            </a:r>
            <a:r>
              <a:rPr kumimoji="0" lang="en-US" altLang="ja-JP" sz="800" b="1" kern="0" dirty="0">
                <a:solidFill>
                  <a:prstClr val="white"/>
                </a:solidFill>
                <a:latin typeface="+mn-ea"/>
              </a:rPr>
              <a:t>SO</a:t>
            </a:r>
          </a:p>
        </p:txBody>
      </p:sp>
      <p:sp>
        <p:nvSpPr>
          <p:cNvPr id="64" name="矢印: ストライプ 63">
            <a:extLst>
              <a:ext uri="{FF2B5EF4-FFF2-40B4-BE49-F238E27FC236}">
                <a16:creationId xmlns:a16="http://schemas.microsoft.com/office/drawing/2014/main" id="{DC8692D2-14FB-47A5-B14C-1E592AFEA9BA}"/>
              </a:ext>
            </a:extLst>
          </p:cNvPr>
          <p:cNvSpPr/>
          <p:nvPr/>
        </p:nvSpPr>
        <p:spPr>
          <a:xfrm>
            <a:off x="8097220" y="5264332"/>
            <a:ext cx="613811" cy="258270"/>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65" name="矢印: ストライプ 64">
            <a:extLst>
              <a:ext uri="{FF2B5EF4-FFF2-40B4-BE49-F238E27FC236}">
                <a16:creationId xmlns:a16="http://schemas.microsoft.com/office/drawing/2014/main" id="{CDB99B5F-4C11-4DAE-B8CE-64EC11AD1047}"/>
              </a:ext>
            </a:extLst>
          </p:cNvPr>
          <p:cNvSpPr/>
          <p:nvPr/>
        </p:nvSpPr>
        <p:spPr>
          <a:xfrm>
            <a:off x="8090452" y="4843725"/>
            <a:ext cx="613811" cy="258270"/>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66" name="テキスト ボックス 65">
            <a:extLst>
              <a:ext uri="{FF2B5EF4-FFF2-40B4-BE49-F238E27FC236}">
                <a16:creationId xmlns:a16="http://schemas.microsoft.com/office/drawing/2014/main" id="{CF146FDC-337D-4275-AAB7-28E22CCB79A6}"/>
              </a:ext>
            </a:extLst>
          </p:cNvPr>
          <p:cNvSpPr txBox="1"/>
          <p:nvPr/>
        </p:nvSpPr>
        <p:spPr>
          <a:xfrm>
            <a:off x="7926386" y="4725708"/>
            <a:ext cx="809359" cy="276999"/>
          </a:xfrm>
          <a:prstGeom prst="rect">
            <a:avLst/>
          </a:prstGeom>
          <a:noFill/>
        </p:spPr>
        <p:txBody>
          <a:bodyPr wrap="square" rtlCol="0">
            <a:spAutoFit/>
          </a:bodyPr>
          <a:lstStyle/>
          <a:p>
            <a:pPr algn="ctr"/>
            <a:r>
              <a:rPr lang="ja-JP" altLang="en-US" sz="1200" b="1" dirty="0">
                <a:solidFill>
                  <a:schemeClr val="accent4"/>
                </a:solidFill>
              </a:rPr>
              <a:t>反映</a:t>
            </a:r>
            <a:endParaRPr kumimoji="1" lang="en-US" altLang="ja-JP" sz="1200" b="1" dirty="0">
              <a:solidFill>
                <a:schemeClr val="accent4"/>
              </a:solidFill>
            </a:endParaRPr>
          </a:p>
        </p:txBody>
      </p:sp>
      <p:sp>
        <p:nvSpPr>
          <p:cNvPr id="67" name="テキスト ボックス 66">
            <a:extLst>
              <a:ext uri="{FF2B5EF4-FFF2-40B4-BE49-F238E27FC236}">
                <a16:creationId xmlns:a16="http://schemas.microsoft.com/office/drawing/2014/main" id="{C8F23446-5C7B-461E-8D7C-AC0E62B6EA65}"/>
              </a:ext>
            </a:extLst>
          </p:cNvPr>
          <p:cNvSpPr txBox="1"/>
          <p:nvPr/>
        </p:nvSpPr>
        <p:spPr>
          <a:xfrm>
            <a:off x="7950937" y="5107872"/>
            <a:ext cx="809359" cy="276999"/>
          </a:xfrm>
          <a:prstGeom prst="rect">
            <a:avLst/>
          </a:prstGeom>
          <a:noFill/>
        </p:spPr>
        <p:txBody>
          <a:bodyPr wrap="square" rtlCol="0">
            <a:spAutoFit/>
          </a:bodyPr>
          <a:lstStyle/>
          <a:p>
            <a:pPr algn="ctr"/>
            <a:r>
              <a:rPr kumimoji="1" lang="ja-JP" altLang="en-US" sz="1200" b="1" dirty="0">
                <a:solidFill>
                  <a:schemeClr val="accent4"/>
                </a:solidFill>
              </a:rPr>
              <a:t>一括変更</a:t>
            </a:r>
            <a:endParaRPr kumimoji="1" lang="en-US" altLang="ja-JP" sz="1200" b="1" dirty="0">
              <a:solidFill>
                <a:schemeClr val="accent4"/>
              </a:solidFill>
            </a:endParaRPr>
          </a:p>
        </p:txBody>
      </p:sp>
      <p:sp>
        <p:nvSpPr>
          <p:cNvPr id="68" name="コンテンツ プレースホルダー 4">
            <a:extLst>
              <a:ext uri="{FF2B5EF4-FFF2-40B4-BE49-F238E27FC236}">
                <a16:creationId xmlns:a16="http://schemas.microsoft.com/office/drawing/2014/main" id="{2D0F95D4-33D2-4FB8-AF40-03A1AE862638}"/>
              </a:ext>
            </a:extLst>
          </p:cNvPr>
          <p:cNvSpPr txBox="1">
            <a:spLocks/>
          </p:cNvSpPr>
          <p:nvPr/>
        </p:nvSpPr>
        <p:spPr>
          <a:xfrm>
            <a:off x="10461839" y="4717061"/>
            <a:ext cx="881220" cy="365963"/>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新規施設</a:t>
            </a:r>
            <a:endParaRPr kumimoji="0" lang="en-US" altLang="ja-JP" sz="800" b="1" kern="0" dirty="0">
              <a:solidFill>
                <a:prstClr val="white"/>
              </a:solidFill>
              <a:latin typeface="+mn-ea"/>
            </a:endParaRPr>
          </a:p>
        </p:txBody>
      </p:sp>
      <p:sp>
        <p:nvSpPr>
          <p:cNvPr id="70" name="コンテンツ プレースホルダー 4">
            <a:extLst>
              <a:ext uri="{FF2B5EF4-FFF2-40B4-BE49-F238E27FC236}">
                <a16:creationId xmlns:a16="http://schemas.microsoft.com/office/drawing/2014/main" id="{F5645AC8-2C99-47D1-BBA2-C922B0D9026F}"/>
              </a:ext>
            </a:extLst>
          </p:cNvPr>
          <p:cNvSpPr txBox="1">
            <a:spLocks/>
          </p:cNvSpPr>
          <p:nvPr/>
        </p:nvSpPr>
        <p:spPr>
          <a:xfrm>
            <a:off x="10476166" y="5151491"/>
            <a:ext cx="881220" cy="365963"/>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登録済施設</a:t>
            </a:r>
            <a:endParaRPr kumimoji="0" lang="en-US" altLang="ja-JP" sz="800" b="1" kern="0" dirty="0">
              <a:solidFill>
                <a:prstClr val="white"/>
              </a:solidFill>
              <a:latin typeface="+mn-ea"/>
            </a:endParaRPr>
          </a:p>
        </p:txBody>
      </p:sp>
      <p:sp>
        <p:nvSpPr>
          <p:cNvPr id="72" name="テキスト ボックス 71">
            <a:extLst>
              <a:ext uri="{FF2B5EF4-FFF2-40B4-BE49-F238E27FC236}">
                <a16:creationId xmlns:a16="http://schemas.microsoft.com/office/drawing/2014/main" id="{39D2B955-9324-4B0D-8378-39FC010BD556}"/>
              </a:ext>
            </a:extLst>
          </p:cNvPr>
          <p:cNvSpPr txBox="1"/>
          <p:nvPr/>
        </p:nvSpPr>
        <p:spPr>
          <a:xfrm>
            <a:off x="9584510" y="5025365"/>
            <a:ext cx="809359" cy="276999"/>
          </a:xfrm>
          <a:prstGeom prst="rect">
            <a:avLst/>
          </a:prstGeom>
          <a:noFill/>
        </p:spPr>
        <p:txBody>
          <a:bodyPr wrap="square" rtlCol="0">
            <a:spAutoFit/>
          </a:bodyPr>
          <a:lstStyle/>
          <a:p>
            <a:pPr algn="ctr"/>
            <a:r>
              <a:rPr kumimoji="1" lang="ja-JP" altLang="en-US" sz="1200" b="1" dirty="0">
                <a:solidFill>
                  <a:schemeClr val="accent4"/>
                </a:solidFill>
              </a:rPr>
              <a:t>一括変更</a:t>
            </a:r>
            <a:endParaRPr kumimoji="1" lang="en-US" altLang="ja-JP" sz="1200" b="1" dirty="0">
              <a:solidFill>
                <a:schemeClr val="accent4"/>
              </a:solidFill>
            </a:endParaRPr>
          </a:p>
        </p:txBody>
      </p:sp>
      <p:sp>
        <p:nvSpPr>
          <p:cNvPr id="73" name="矢印: ストライプ 72">
            <a:extLst>
              <a:ext uri="{FF2B5EF4-FFF2-40B4-BE49-F238E27FC236}">
                <a16:creationId xmlns:a16="http://schemas.microsoft.com/office/drawing/2014/main" id="{E14968F6-327E-4807-B9FD-D23ABC89C97F}"/>
              </a:ext>
            </a:extLst>
          </p:cNvPr>
          <p:cNvSpPr/>
          <p:nvPr/>
        </p:nvSpPr>
        <p:spPr>
          <a:xfrm>
            <a:off x="9755344" y="5212520"/>
            <a:ext cx="613811" cy="258270"/>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74" name="矢印: ストライプ 73">
            <a:extLst>
              <a:ext uri="{FF2B5EF4-FFF2-40B4-BE49-F238E27FC236}">
                <a16:creationId xmlns:a16="http://schemas.microsoft.com/office/drawing/2014/main" id="{C6F7DB5F-4D14-4AC7-9FED-2905AB20AC7C}"/>
              </a:ext>
            </a:extLst>
          </p:cNvPr>
          <p:cNvSpPr/>
          <p:nvPr/>
        </p:nvSpPr>
        <p:spPr>
          <a:xfrm>
            <a:off x="9748576" y="4791913"/>
            <a:ext cx="613811" cy="258270"/>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75" name="テキスト ボックス 74">
            <a:extLst>
              <a:ext uri="{FF2B5EF4-FFF2-40B4-BE49-F238E27FC236}">
                <a16:creationId xmlns:a16="http://schemas.microsoft.com/office/drawing/2014/main" id="{60EDDB3E-53B2-4E1C-A887-CB15475922B6}"/>
              </a:ext>
            </a:extLst>
          </p:cNvPr>
          <p:cNvSpPr txBox="1"/>
          <p:nvPr/>
        </p:nvSpPr>
        <p:spPr>
          <a:xfrm>
            <a:off x="9584510" y="4673896"/>
            <a:ext cx="809359" cy="276999"/>
          </a:xfrm>
          <a:prstGeom prst="rect">
            <a:avLst/>
          </a:prstGeom>
          <a:noFill/>
        </p:spPr>
        <p:txBody>
          <a:bodyPr wrap="square" rtlCol="0">
            <a:spAutoFit/>
          </a:bodyPr>
          <a:lstStyle/>
          <a:p>
            <a:pPr algn="ctr"/>
            <a:r>
              <a:rPr lang="ja-JP" altLang="en-US" sz="1200" b="1" dirty="0">
                <a:solidFill>
                  <a:schemeClr val="accent4"/>
                </a:solidFill>
              </a:rPr>
              <a:t>反映</a:t>
            </a:r>
            <a:endParaRPr kumimoji="1" lang="en-US" altLang="ja-JP" sz="1200" b="1" dirty="0">
              <a:solidFill>
                <a:schemeClr val="accent4"/>
              </a:solidFill>
            </a:endParaRPr>
          </a:p>
        </p:txBody>
      </p:sp>
      <p:sp>
        <p:nvSpPr>
          <p:cNvPr id="76" name="テキスト ボックス 75">
            <a:extLst>
              <a:ext uri="{FF2B5EF4-FFF2-40B4-BE49-F238E27FC236}">
                <a16:creationId xmlns:a16="http://schemas.microsoft.com/office/drawing/2014/main" id="{CA973303-3351-49F4-B28C-43C61A383695}"/>
              </a:ext>
            </a:extLst>
          </p:cNvPr>
          <p:cNvSpPr txBox="1"/>
          <p:nvPr/>
        </p:nvSpPr>
        <p:spPr>
          <a:xfrm>
            <a:off x="6849699" y="2478526"/>
            <a:ext cx="1581928" cy="276999"/>
          </a:xfrm>
          <a:prstGeom prst="rect">
            <a:avLst/>
          </a:prstGeom>
          <a:noFill/>
        </p:spPr>
        <p:txBody>
          <a:bodyPr wrap="square" rtlCol="0">
            <a:spAutoFit/>
          </a:bodyPr>
          <a:lstStyle/>
          <a:p>
            <a:r>
              <a:rPr lang="en-US" altLang="ja-JP" sz="1200" dirty="0">
                <a:solidFill>
                  <a:schemeClr val="accent1"/>
                </a:solidFill>
              </a:rPr>
              <a:t>DB</a:t>
            </a:r>
            <a:r>
              <a:rPr lang="ja-JP" altLang="en-US" sz="1200" dirty="0">
                <a:solidFill>
                  <a:schemeClr val="accent1"/>
                </a:solidFill>
              </a:rPr>
              <a:t>に直接変更実施</a:t>
            </a:r>
            <a:endParaRPr kumimoji="1" lang="en-US" altLang="ja-JP" sz="1200" dirty="0">
              <a:solidFill>
                <a:schemeClr val="accent1"/>
              </a:solidFill>
            </a:endParaRPr>
          </a:p>
        </p:txBody>
      </p:sp>
      <p:sp>
        <p:nvSpPr>
          <p:cNvPr id="77" name="テキスト ボックス 76">
            <a:extLst>
              <a:ext uri="{FF2B5EF4-FFF2-40B4-BE49-F238E27FC236}">
                <a16:creationId xmlns:a16="http://schemas.microsoft.com/office/drawing/2014/main" id="{C02E4765-1E9E-46A5-B1D9-662B6AF08B13}"/>
              </a:ext>
            </a:extLst>
          </p:cNvPr>
          <p:cNvSpPr txBox="1"/>
          <p:nvPr/>
        </p:nvSpPr>
        <p:spPr>
          <a:xfrm>
            <a:off x="412986" y="908720"/>
            <a:ext cx="4320879" cy="307777"/>
          </a:xfrm>
          <a:prstGeom prst="rect">
            <a:avLst/>
          </a:prstGeom>
          <a:noFill/>
        </p:spPr>
        <p:txBody>
          <a:bodyPr wrap="square" rtlCol="0">
            <a:spAutoFit/>
          </a:bodyPr>
          <a:lstStyle/>
          <a:p>
            <a:r>
              <a:rPr lang="en-US" altLang="ja-JP" sz="1400" dirty="0"/>
              <a:t>【</a:t>
            </a:r>
            <a:r>
              <a:rPr lang="ja-JP" altLang="en-US" sz="1400" dirty="0"/>
              <a:t>現在</a:t>
            </a:r>
            <a:r>
              <a:rPr lang="en-US" altLang="ja-JP" sz="1400" dirty="0"/>
              <a:t>】</a:t>
            </a:r>
            <a:r>
              <a:rPr lang="ja-JP" altLang="en-US" sz="1400" dirty="0"/>
              <a:t>　</a:t>
            </a:r>
            <a:r>
              <a:rPr lang="en-US" altLang="ja-JP" sz="1400" dirty="0"/>
              <a:t>※</a:t>
            </a:r>
            <a:r>
              <a:rPr lang="ja-JP" altLang="en-US" sz="1400" dirty="0"/>
              <a:t>青字は</a:t>
            </a:r>
            <a:r>
              <a:rPr lang="en-US" altLang="ja-JP" sz="1400" dirty="0"/>
              <a:t>DB</a:t>
            </a:r>
            <a:r>
              <a:rPr lang="ja-JP" altLang="en-US" sz="1400" dirty="0"/>
              <a:t>を直接変更する作業</a:t>
            </a:r>
            <a:endParaRPr kumimoji="1" lang="en-US" altLang="ja-JP" sz="1400" dirty="0"/>
          </a:p>
        </p:txBody>
      </p:sp>
      <p:sp>
        <p:nvSpPr>
          <p:cNvPr id="80" name="テキスト ボックス 79">
            <a:extLst>
              <a:ext uri="{FF2B5EF4-FFF2-40B4-BE49-F238E27FC236}">
                <a16:creationId xmlns:a16="http://schemas.microsoft.com/office/drawing/2014/main" id="{456AB197-AA27-4C35-B9B3-7490B33AA872}"/>
              </a:ext>
            </a:extLst>
          </p:cNvPr>
          <p:cNvSpPr txBox="1"/>
          <p:nvPr/>
        </p:nvSpPr>
        <p:spPr>
          <a:xfrm>
            <a:off x="334961" y="3789040"/>
            <a:ext cx="4320879" cy="307777"/>
          </a:xfrm>
          <a:prstGeom prst="rect">
            <a:avLst/>
          </a:prstGeom>
          <a:noFill/>
        </p:spPr>
        <p:txBody>
          <a:bodyPr wrap="square" rtlCol="0">
            <a:spAutoFit/>
          </a:bodyPr>
          <a:lstStyle/>
          <a:p>
            <a:r>
              <a:rPr lang="en-US" altLang="ja-JP" sz="1400" dirty="0"/>
              <a:t>【</a:t>
            </a:r>
            <a:r>
              <a:rPr lang="ja-JP" altLang="en-US" sz="1400" dirty="0"/>
              <a:t>変更後</a:t>
            </a:r>
            <a:r>
              <a:rPr lang="en-US" altLang="ja-JP" sz="1400" dirty="0"/>
              <a:t>】</a:t>
            </a:r>
            <a:endParaRPr kumimoji="1" lang="en-US" altLang="ja-JP" sz="1400" dirty="0"/>
          </a:p>
        </p:txBody>
      </p:sp>
      <p:sp>
        <p:nvSpPr>
          <p:cNvPr id="81" name="テキスト ボックス 80">
            <a:extLst>
              <a:ext uri="{FF2B5EF4-FFF2-40B4-BE49-F238E27FC236}">
                <a16:creationId xmlns:a16="http://schemas.microsoft.com/office/drawing/2014/main" id="{24D3CB0F-EC89-4A91-AEEA-F9EB1CD6CBB8}"/>
              </a:ext>
            </a:extLst>
          </p:cNvPr>
          <p:cNvSpPr txBox="1"/>
          <p:nvPr/>
        </p:nvSpPr>
        <p:spPr>
          <a:xfrm>
            <a:off x="7950937" y="1744148"/>
            <a:ext cx="809359" cy="276999"/>
          </a:xfrm>
          <a:prstGeom prst="rect">
            <a:avLst/>
          </a:prstGeom>
          <a:noFill/>
        </p:spPr>
        <p:txBody>
          <a:bodyPr wrap="square" rtlCol="0">
            <a:spAutoFit/>
          </a:bodyPr>
          <a:lstStyle/>
          <a:p>
            <a:pPr algn="ctr"/>
            <a:r>
              <a:rPr lang="ja-JP" altLang="en-US" sz="1200" b="1" dirty="0">
                <a:solidFill>
                  <a:schemeClr val="accent4"/>
                </a:solidFill>
              </a:rPr>
              <a:t>反映</a:t>
            </a:r>
            <a:endParaRPr kumimoji="1" lang="en-US" altLang="ja-JP" sz="1200" b="1" dirty="0">
              <a:solidFill>
                <a:schemeClr val="accent4"/>
              </a:solidFill>
            </a:endParaRPr>
          </a:p>
        </p:txBody>
      </p:sp>
      <p:sp>
        <p:nvSpPr>
          <p:cNvPr id="82" name="矢印: ストライプ 81">
            <a:extLst>
              <a:ext uri="{FF2B5EF4-FFF2-40B4-BE49-F238E27FC236}">
                <a16:creationId xmlns:a16="http://schemas.microsoft.com/office/drawing/2014/main" id="{0E66E83F-C4DE-47C0-B32C-BE72A63243A9}"/>
              </a:ext>
            </a:extLst>
          </p:cNvPr>
          <p:cNvSpPr/>
          <p:nvPr/>
        </p:nvSpPr>
        <p:spPr>
          <a:xfrm>
            <a:off x="8054032" y="1927676"/>
            <a:ext cx="613811" cy="258001"/>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83" name="テキスト ボックス 82">
            <a:extLst>
              <a:ext uri="{FF2B5EF4-FFF2-40B4-BE49-F238E27FC236}">
                <a16:creationId xmlns:a16="http://schemas.microsoft.com/office/drawing/2014/main" id="{E482AC3C-5718-4BB0-8D2B-7206A46B6645}"/>
              </a:ext>
            </a:extLst>
          </p:cNvPr>
          <p:cNvSpPr txBox="1"/>
          <p:nvPr/>
        </p:nvSpPr>
        <p:spPr>
          <a:xfrm>
            <a:off x="7482794" y="1052736"/>
            <a:ext cx="4320879" cy="307777"/>
          </a:xfrm>
          <a:prstGeom prst="rect">
            <a:avLst/>
          </a:prstGeom>
          <a:noFill/>
        </p:spPr>
        <p:txBody>
          <a:bodyPr wrap="square" rtlCol="0">
            <a:spAutoFit/>
          </a:bodyPr>
          <a:lstStyle/>
          <a:p>
            <a:endParaRPr kumimoji="1" lang="en-US" altLang="ja-JP" sz="1400" dirty="0"/>
          </a:p>
        </p:txBody>
      </p:sp>
      <p:sp>
        <p:nvSpPr>
          <p:cNvPr id="34" name="コンテンツ プレースホルダー 4">
            <a:extLst>
              <a:ext uri="{FF2B5EF4-FFF2-40B4-BE49-F238E27FC236}">
                <a16:creationId xmlns:a16="http://schemas.microsoft.com/office/drawing/2014/main" id="{BF5A7925-FFA1-417F-BF7E-9BCD34CCBB3A}"/>
              </a:ext>
            </a:extLst>
          </p:cNvPr>
          <p:cNvSpPr txBox="1">
            <a:spLocks/>
          </p:cNvSpPr>
          <p:nvPr/>
        </p:nvSpPr>
        <p:spPr>
          <a:xfrm>
            <a:off x="8802354" y="2784259"/>
            <a:ext cx="828016" cy="391303"/>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fontScale="77500" lnSpcReduction="20000"/>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新規</a:t>
            </a:r>
            <a:endParaRPr kumimoji="0" lang="en-US" altLang="ja-JP" sz="800" b="1" kern="0" dirty="0">
              <a:solidFill>
                <a:prstClr val="white"/>
              </a:solidFill>
              <a:latin typeface="+mn-ea"/>
            </a:endParaRPr>
          </a:p>
          <a:p>
            <a:pPr algn="ctr">
              <a:buFontTx/>
              <a:buNone/>
              <a:defRPr/>
            </a:pPr>
            <a:r>
              <a:rPr kumimoji="0" lang="ja-JP" altLang="en-US" sz="800" b="1" kern="0" dirty="0">
                <a:solidFill>
                  <a:prstClr val="white"/>
                </a:solidFill>
                <a:latin typeface="+mn-ea"/>
              </a:rPr>
              <a:t>ローカルグループ</a:t>
            </a:r>
            <a:endParaRPr kumimoji="0" lang="en-US" altLang="ja-JP" sz="800" b="1" kern="0" dirty="0">
              <a:solidFill>
                <a:prstClr val="white"/>
              </a:solidFill>
              <a:latin typeface="+mn-ea"/>
            </a:endParaRPr>
          </a:p>
        </p:txBody>
      </p:sp>
      <p:sp>
        <p:nvSpPr>
          <p:cNvPr id="35" name="コンテンツ プレースホルダー 4">
            <a:extLst>
              <a:ext uri="{FF2B5EF4-FFF2-40B4-BE49-F238E27FC236}">
                <a16:creationId xmlns:a16="http://schemas.microsoft.com/office/drawing/2014/main" id="{4DE725B8-3213-4E1E-A625-8C993003168A}"/>
              </a:ext>
            </a:extLst>
          </p:cNvPr>
          <p:cNvSpPr txBox="1">
            <a:spLocks/>
          </p:cNvSpPr>
          <p:nvPr/>
        </p:nvSpPr>
        <p:spPr>
          <a:xfrm>
            <a:off x="8796376" y="3248209"/>
            <a:ext cx="828016" cy="391303"/>
          </a:xfrm>
          <a:prstGeom prst="can">
            <a:avLst/>
          </a:prstGeom>
          <a:solidFill>
            <a:schemeClr val="tx2"/>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fontScale="77500" lnSpcReduction="20000"/>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登録済</a:t>
            </a:r>
            <a:endParaRPr kumimoji="0" lang="en-US" altLang="ja-JP" sz="800" b="1" kern="0" dirty="0">
              <a:solidFill>
                <a:prstClr val="white"/>
              </a:solidFill>
              <a:latin typeface="+mn-ea"/>
            </a:endParaRPr>
          </a:p>
          <a:p>
            <a:pPr algn="ctr">
              <a:buFontTx/>
              <a:buNone/>
              <a:defRPr/>
            </a:pPr>
            <a:r>
              <a:rPr kumimoji="0" lang="ja-JP" altLang="en-US" sz="800" b="1" kern="0" dirty="0">
                <a:solidFill>
                  <a:prstClr val="white"/>
                </a:solidFill>
                <a:latin typeface="+mn-ea"/>
              </a:rPr>
              <a:t>ローカルグループ</a:t>
            </a:r>
            <a:endParaRPr kumimoji="0" lang="en-US" altLang="ja-JP" sz="800" b="1" kern="0" dirty="0">
              <a:solidFill>
                <a:prstClr val="white"/>
              </a:solidFill>
              <a:latin typeface="+mn-ea"/>
            </a:endParaRPr>
          </a:p>
        </p:txBody>
      </p:sp>
      <p:sp>
        <p:nvSpPr>
          <p:cNvPr id="36" name="矢印: ストライプ 35">
            <a:extLst>
              <a:ext uri="{FF2B5EF4-FFF2-40B4-BE49-F238E27FC236}">
                <a16:creationId xmlns:a16="http://schemas.microsoft.com/office/drawing/2014/main" id="{DC0BFDBD-E05A-46CE-8E88-24065625FE16}"/>
              </a:ext>
            </a:extLst>
          </p:cNvPr>
          <p:cNvSpPr/>
          <p:nvPr/>
        </p:nvSpPr>
        <p:spPr>
          <a:xfrm>
            <a:off x="8054032" y="2835923"/>
            <a:ext cx="613811" cy="258001"/>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38" name="テキスト ボックス 37">
            <a:extLst>
              <a:ext uri="{FF2B5EF4-FFF2-40B4-BE49-F238E27FC236}">
                <a16:creationId xmlns:a16="http://schemas.microsoft.com/office/drawing/2014/main" id="{EAD29296-574C-4B41-8FCE-14D5DA5B3511}"/>
              </a:ext>
            </a:extLst>
          </p:cNvPr>
          <p:cNvSpPr txBox="1"/>
          <p:nvPr/>
        </p:nvSpPr>
        <p:spPr>
          <a:xfrm>
            <a:off x="7922332" y="2679768"/>
            <a:ext cx="809359" cy="276999"/>
          </a:xfrm>
          <a:prstGeom prst="rect">
            <a:avLst/>
          </a:prstGeom>
          <a:noFill/>
        </p:spPr>
        <p:txBody>
          <a:bodyPr wrap="square" rtlCol="0">
            <a:spAutoFit/>
          </a:bodyPr>
          <a:lstStyle/>
          <a:p>
            <a:pPr algn="ctr"/>
            <a:r>
              <a:rPr lang="ja-JP" altLang="en-US" sz="1200" b="1" dirty="0">
                <a:solidFill>
                  <a:schemeClr val="accent4"/>
                </a:solidFill>
              </a:rPr>
              <a:t>反映</a:t>
            </a:r>
            <a:endParaRPr kumimoji="1" lang="en-US" altLang="ja-JP" sz="1200" b="1" dirty="0">
              <a:solidFill>
                <a:schemeClr val="accent4"/>
              </a:solidFill>
            </a:endParaRPr>
          </a:p>
        </p:txBody>
      </p:sp>
      <p:sp>
        <p:nvSpPr>
          <p:cNvPr id="39" name="コンテンツ プレースホルダー 4">
            <a:extLst>
              <a:ext uri="{FF2B5EF4-FFF2-40B4-BE49-F238E27FC236}">
                <a16:creationId xmlns:a16="http://schemas.microsoft.com/office/drawing/2014/main" id="{EF50DCCB-9CB1-4D1B-99D9-1216B35945BC}"/>
              </a:ext>
            </a:extLst>
          </p:cNvPr>
          <p:cNvSpPr txBox="1">
            <a:spLocks/>
          </p:cNvSpPr>
          <p:nvPr/>
        </p:nvSpPr>
        <p:spPr>
          <a:xfrm>
            <a:off x="8868384" y="5619267"/>
            <a:ext cx="828016" cy="391711"/>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fontScale="77500" lnSpcReduction="20000"/>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新規</a:t>
            </a:r>
            <a:endParaRPr kumimoji="0" lang="en-US" altLang="ja-JP" sz="800" b="1" kern="0" dirty="0">
              <a:solidFill>
                <a:prstClr val="white"/>
              </a:solidFill>
              <a:latin typeface="+mn-ea"/>
            </a:endParaRPr>
          </a:p>
          <a:p>
            <a:pPr algn="ctr">
              <a:buFontTx/>
              <a:buNone/>
              <a:defRPr/>
            </a:pPr>
            <a:r>
              <a:rPr kumimoji="0" lang="ja-JP" altLang="en-US" sz="800" b="1" kern="0" dirty="0">
                <a:solidFill>
                  <a:prstClr val="white"/>
                </a:solidFill>
                <a:latin typeface="+mn-ea"/>
              </a:rPr>
              <a:t>ローカルグループ</a:t>
            </a:r>
            <a:endParaRPr kumimoji="0" lang="en-US" altLang="ja-JP" sz="800" b="1" kern="0" dirty="0">
              <a:solidFill>
                <a:prstClr val="white"/>
              </a:solidFill>
              <a:latin typeface="+mn-ea"/>
            </a:endParaRPr>
          </a:p>
        </p:txBody>
      </p:sp>
      <p:sp>
        <p:nvSpPr>
          <p:cNvPr id="40" name="コンテンツ プレースホルダー 4">
            <a:extLst>
              <a:ext uri="{FF2B5EF4-FFF2-40B4-BE49-F238E27FC236}">
                <a16:creationId xmlns:a16="http://schemas.microsoft.com/office/drawing/2014/main" id="{239A5D86-AA47-4A97-8CCD-3AD23B4FD836}"/>
              </a:ext>
            </a:extLst>
          </p:cNvPr>
          <p:cNvSpPr txBox="1">
            <a:spLocks/>
          </p:cNvSpPr>
          <p:nvPr/>
        </p:nvSpPr>
        <p:spPr>
          <a:xfrm>
            <a:off x="8871171" y="6096357"/>
            <a:ext cx="828016" cy="391303"/>
          </a:xfrm>
          <a:prstGeom prst="can">
            <a:avLst/>
          </a:prstGeom>
          <a:solidFill>
            <a:schemeClr val="accent4"/>
          </a:solidFill>
          <a:ln w="9525" cap="flat" cmpd="sng" algn="ctr">
            <a:noFill/>
            <a:prstDash val="solid"/>
          </a:ln>
          <a:effectLst>
            <a:outerShdw blurRad="40000" dist="23000" dir="5400000" rotWithShape="0">
              <a:srgbClr val="000000">
                <a:alpha val="35000"/>
              </a:srgbClr>
            </a:outerShdw>
          </a:effectLst>
        </p:spPr>
        <p:txBody>
          <a:bodyPr vert="horz" wrap="square" lIns="91440" tIns="45720" rIns="91440" bIns="45720" rtlCol="0" anchor="t" anchorCtr="0">
            <a:normAutofit fontScale="77500" lnSpcReduction="20000"/>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buFontTx/>
              <a:buNone/>
              <a:defRPr/>
            </a:pPr>
            <a:r>
              <a:rPr kumimoji="0" lang="ja-JP" altLang="en-US" sz="800" b="1" kern="0" dirty="0">
                <a:solidFill>
                  <a:prstClr val="white"/>
                </a:solidFill>
                <a:latin typeface="+mn-ea"/>
              </a:rPr>
              <a:t>登録済</a:t>
            </a:r>
            <a:endParaRPr kumimoji="0" lang="en-US" altLang="ja-JP" sz="800" b="1" kern="0" dirty="0">
              <a:solidFill>
                <a:prstClr val="white"/>
              </a:solidFill>
              <a:latin typeface="+mn-ea"/>
            </a:endParaRPr>
          </a:p>
          <a:p>
            <a:pPr algn="ctr">
              <a:buFontTx/>
              <a:buNone/>
              <a:defRPr/>
            </a:pPr>
            <a:r>
              <a:rPr kumimoji="0" lang="ja-JP" altLang="en-US" sz="800" b="1" kern="0" dirty="0">
                <a:solidFill>
                  <a:prstClr val="white"/>
                </a:solidFill>
                <a:latin typeface="+mn-ea"/>
              </a:rPr>
              <a:t>ローカルグループ</a:t>
            </a:r>
            <a:endParaRPr kumimoji="0" lang="en-US" altLang="ja-JP" sz="800" b="1" kern="0" dirty="0">
              <a:solidFill>
                <a:prstClr val="white"/>
              </a:solidFill>
              <a:latin typeface="+mn-ea"/>
            </a:endParaRPr>
          </a:p>
        </p:txBody>
      </p:sp>
      <p:sp>
        <p:nvSpPr>
          <p:cNvPr id="41" name="矢印: ストライプ 40">
            <a:extLst>
              <a:ext uri="{FF2B5EF4-FFF2-40B4-BE49-F238E27FC236}">
                <a16:creationId xmlns:a16="http://schemas.microsoft.com/office/drawing/2014/main" id="{66835C2B-2AB0-434A-9794-2E55345C0DF0}"/>
              </a:ext>
            </a:extLst>
          </p:cNvPr>
          <p:cNvSpPr/>
          <p:nvPr/>
        </p:nvSpPr>
        <p:spPr>
          <a:xfrm>
            <a:off x="8109794" y="6114247"/>
            <a:ext cx="613811" cy="258270"/>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42" name="矢印: ストライプ 41">
            <a:extLst>
              <a:ext uri="{FF2B5EF4-FFF2-40B4-BE49-F238E27FC236}">
                <a16:creationId xmlns:a16="http://schemas.microsoft.com/office/drawing/2014/main" id="{1E00435B-7D00-4820-A1A2-2C59F8A5C642}"/>
              </a:ext>
            </a:extLst>
          </p:cNvPr>
          <p:cNvSpPr/>
          <p:nvPr/>
        </p:nvSpPr>
        <p:spPr>
          <a:xfrm>
            <a:off x="8103026" y="5693640"/>
            <a:ext cx="613811" cy="258270"/>
          </a:xfrm>
          <a:prstGeom prst="stripedRightArrow">
            <a:avLst>
              <a:gd name="adj1" fmla="val 47222"/>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a:p>
        </p:txBody>
      </p:sp>
      <p:sp>
        <p:nvSpPr>
          <p:cNvPr id="43" name="テキスト ボックス 42">
            <a:extLst>
              <a:ext uri="{FF2B5EF4-FFF2-40B4-BE49-F238E27FC236}">
                <a16:creationId xmlns:a16="http://schemas.microsoft.com/office/drawing/2014/main" id="{7EBD6BDD-A120-4EB1-ACF0-3F7DF57BCC64}"/>
              </a:ext>
            </a:extLst>
          </p:cNvPr>
          <p:cNvSpPr txBox="1"/>
          <p:nvPr/>
        </p:nvSpPr>
        <p:spPr>
          <a:xfrm>
            <a:off x="7938960" y="5575623"/>
            <a:ext cx="809359" cy="276999"/>
          </a:xfrm>
          <a:prstGeom prst="rect">
            <a:avLst/>
          </a:prstGeom>
          <a:noFill/>
        </p:spPr>
        <p:txBody>
          <a:bodyPr wrap="square" rtlCol="0">
            <a:spAutoFit/>
          </a:bodyPr>
          <a:lstStyle/>
          <a:p>
            <a:pPr algn="ctr"/>
            <a:r>
              <a:rPr lang="ja-JP" altLang="en-US" sz="1200" b="1" dirty="0">
                <a:solidFill>
                  <a:schemeClr val="accent4"/>
                </a:solidFill>
              </a:rPr>
              <a:t>反映</a:t>
            </a:r>
            <a:endParaRPr kumimoji="1" lang="en-US" altLang="ja-JP" sz="1200" b="1" dirty="0">
              <a:solidFill>
                <a:schemeClr val="accent4"/>
              </a:solidFill>
            </a:endParaRPr>
          </a:p>
        </p:txBody>
      </p:sp>
      <p:sp>
        <p:nvSpPr>
          <p:cNvPr id="44" name="テキスト ボックス 43">
            <a:extLst>
              <a:ext uri="{FF2B5EF4-FFF2-40B4-BE49-F238E27FC236}">
                <a16:creationId xmlns:a16="http://schemas.microsoft.com/office/drawing/2014/main" id="{EDA70B04-10E1-407A-979B-3C3AE947EFCD}"/>
              </a:ext>
            </a:extLst>
          </p:cNvPr>
          <p:cNvSpPr txBox="1"/>
          <p:nvPr/>
        </p:nvSpPr>
        <p:spPr>
          <a:xfrm>
            <a:off x="7872766" y="5949280"/>
            <a:ext cx="809359" cy="276999"/>
          </a:xfrm>
          <a:prstGeom prst="rect">
            <a:avLst/>
          </a:prstGeom>
          <a:noFill/>
        </p:spPr>
        <p:txBody>
          <a:bodyPr wrap="square" rtlCol="0">
            <a:spAutoFit/>
          </a:bodyPr>
          <a:lstStyle/>
          <a:p>
            <a:pPr algn="ctr"/>
            <a:r>
              <a:rPr kumimoji="1" lang="ja-JP" altLang="en-US" sz="1200" b="1" dirty="0">
                <a:solidFill>
                  <a:schemeClr val="accent4"/>
                </a:solidFill>
              </a:rPr>
              <a:t>一括変更</a:t>
            </a:r>
            <a:endParaRPr kumimoji="1" lang="en-US" altLang="ja-JP" sz="1200" b="1" dirty="0">
              <a:solidFill>
                <a:schemeClr val="accent4"/>
              </a:solidFill>
            </a:endParaRPr>
          </a:p>
        </p:txBody>
      </p:sp>
      <p:sp>
        <p:nvSpPr>
          <p:cNvPr id="46" name="テキスト ボックス 45">
            <a:extLst>
              <a:ext uri="{FF2B5EF4-FFF2-40B4-BE49-F238E27FC236}">
                <a16:creationId xmlns:a16="http://schemas.microsoft.com/office/drawing/2014/main" id="{2F4E23FA-586B-4D8B-8F3E-8175286DCAF3}"/>
              </a:ext>
            </a:extLst>
          </p:cNvPr>
          <p:cNvSpPr txBox="1"/>
          <p:nvPr/>
        </p:nvSpPr>
        <p:spPr>
          <a:xfrm>
            <a:off x="8539988" y="3549005"/>
            <a:ext cx="1489826" cy="276999"/>
          </a:xfrm>
          <a:prstGeom prst="rect">
            <a:avLst/>
          </a:prstGeom>
          <a:noFill/>
        </p:spPr>
        <p:txBody>
          <a:bodyPr wrap="square" rtlCol="0">
            <a:spAutoFit/>
          </a:bodyPr>
          <a:lstStyle/>
          <a:p>
            <a:r>
              <a:rPr lang="en-US" altLang="ja-JP" sz="1200" dirty="0">
                <a:solidFill>
                  <a:schemeClr val="accent1"/>
                </a:solidFill>
              </a:rPr>
              <a:t>DB</a:t>
            </a:r>
            <a:r>
              <a:rPr lang="ja-JP" altLang="en-US" sz="1200" dirty="0">
                <a:solidFill>
                  <a:schemeClr val="accent1"/>
                </a:solidFill>
              </a:rPr>
              <a:t>に直接変更実施</a:t>
            </a:r>
            <a:endParaRPr kumimoji="1" lang="en-US" altLang="ja-JP" sz="1200" dirty="0">
              <a:solidFill>
                <a:schemeClr val="accent1"/>
              </a:solidFill>
            </a:endParaRPr>
          </a:p>
        </p:txBody>
      </p:sp>
    </p:spTree>
    <p:extLst>
      <p:ext uri="{BB962C8B-B14F-4D97-AF65-F5344CB8AC3E}">
        <p14:creationId xmlns:p14="http://schemas.microsoft.com/office/powerpoint/2010/main" val="2712813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7">
            <a:extLst>
              <a:ext uri="{FF2B5EF4-FFF2-40B4-BE49-F238E27FC236}">
                <a16:creationId xmlns:a16="http://schemas.microsoft.com/office/drawing/2014/main" id="{BBDEC403-7DC4-4DFE-B533-68E5F4F4BEB7}"/>
              </a:ext>
            </a:extLst>
          </p:cNvPr>
          <p:cNvSpPr>
            <a:spLocks noGrp="1"/>
          </p:cNvSpPr>
          <p:nvPr>
            <p:ph sz="quarter" idx="13"/>
          </p:nvPr>
        </p:nvSpPr>
        <p:spPr>
          <a:xfrm>
            <a:off x="338138" y="836711"/>
            <a:ext cx="11518900" cy="648074"/>
          </a:xfrm>
        </p:spPr>
        <p:txBody>
          <a:bodyPr>
            <a:noAutofit/>
          </a:bodyPr>
          <a:lstStyle/>
          <a:p>
            <a:r>
              <a:rPr lang="ja-JP" altLang="en-US" sz="1400" dirty="0"/>
              <a:t>３．機能イメージ</a:t>
            </a:r>
            <a:endParaRPr lang="en-US" altLang="ja-JP" sz="1400" dirty="0"/>
          </a:p>
          <a:p>
            <a:pPr marL="182563"/>
            <a:r>
              <a:rPr lang="ja-JP" altLang="en-US" sz="1400" dirty="0"/>
              <a:t>・　</a:t>
            </a:r>
            <a:r>
              <a:rPr lang="en-US" altLang="ja-JP" sz="1400" dirty="0"/>
              <a:t>RHQ</a:t>
            </a:r>
            <a:r>
              <a:rPr lang="ja-JP" altLang="en-US" sz="1400" dirty="0"/>
              <a:t>を選択し、</a:t>
            </a:r>
            <a:r>
              <a:rPr lang="en-US" altLang="ja-JP" sz="1400" dirty="0"/>
              <a:t>SO</a:t>
            </a:r>
            <a:r>
              <a:rPr lang="ja-JP" altLang="en-US" sz="1400" dirty="0"/>
              <a:t>フィルターから「すべて」を選択した状態で各種設定を押下したときは</a:t>
            </a:r>
            <a:r>
              <a:rPr lang="en-US" altLang="ja-JP" sz="1400" dirty="0"/>
              <a:t>RHQ</a:t>
            </a:r>
            <a:r>
              <a:rPr lang="ja-JP" altLang="en-US" sz="1400" dirty="0"/>
              <a:t>デフォルト設定を変更できるようにする</a:t>
            </a:r>
            <a:endParaRPr lang="en-US" altLang="ja-JP" sz="1400" dirty="0"/>
          </a:p>
          <a:p>
            <a:pPr marL="182563"/>
            <a:r>
              <a:rPr lang="ja-JP" altLang="en-US" sz="1400" dirty="0"/>
              <a:t>・　対象設定は「機種表示設定」「測定項目表示設定」「エラー判定設定」「エラー判定</a:t>
            </a:r>
            <a:r>
              <a:rPr lang="en-US" altLang="ja-JP" sz="1400" dirty="0"/>
              <a:t>XML</a:t>
            </a:r>
            <a:r>
              <a:rPr lang="ja-JP" altLang="en-US" sz="1400" dirty="0"/>
              <a:t>通知設定」</a:t>
            </a:r>
            <a:endParaRPr lang="en-US" altLang="ja-JP" sz="1400" dirty="0"/>
          </a:p>
          <a:p>
            <a:pPr marL="182563"/>
            <a:r>
              <a:rPr lang="ja-JP" altLang="en-US" sz="1400" dirty="0"/>
              <a:t>・　対象権限はと</a:t>
            </a:r>
            <a:r>
              <a:rPr lang="en-US" altLang="ja-JP" sz="1400" dirty="0"/>
              <a:t>RHQ</a:t>
            </a:r>
            <a:r>
              <a:rPr lang="ja-JP" altLang="en-US" sz="1400" dirty="0"/>
              <a:t>権限と</a:t>
            </a:r>
            <a:r>
              <a:rPr lang="en-US" altLang="ja-JP" sz="1400" dirty="0"/>
              <a:t>Admin</a:t>
            </a:r>
            <a:r>
              <a:rPr lang="ja-JP" altLang="en-US" sz="1400" dirty="0"/>
              <a:t>権限</a:t>
            </a:r>
            <a:endParaRPr lang="en-US" altLang="ja-JP" sz="1400" dirty="0"/>
          </a:p>
          <a:p>
            <a:endParaRPr lang="ja-JP" altLang="en-US" sz="1400" dirty="0"/>
          </a:p>
        </p:txBody>
      </p:sp>
      <p:sp>
        <p:nvSpPr>
          <p:cNvPr id="7" name="タイトル 6">
            <a:extLst>
              <a:ext uri="{FF2B5EF4-FFF2-40B4-BE49-F238E27FC236}">
                <a16:creationId xmlns:a16="http://schemas.microsoft.com/office/drawing/2014/main" id="{7AF63376-A374-4882-9CC7-3F46EFD59021}"/>
              </a:ext>
            </a:extLst>
          </p:cNvPr>
          <p:cNvSpPr>
            <a:spLocks noGrp="1"/>
          </p:cNvSpPr>
          <p:nvPr>
            <p:ph type="title"/>
          </p:nvPr>
        </p:nvSpPr>
        <p:spPr/>
        <p:txBody>
          <a:bodyPr/>
          <a:lstStyle/>
          <a:p>
            <a:r>
              <a:rPr lang="en-US" altLang="ja-JP" dirty="0"/>
              <a:t>1-2</a:t>
            </a:r>
            <a:r>
              <a:rPr lang="ja-JP" altLang="en-US" dirty="0"/>
              <a:t>　</a:t>
            </a:r>
            <a:r>
              <a:rPr lang="en-US" altLang="ja-JP" dirty="0"/>
              <a:t>RHQ</a:t>
            </a:r>
            <a:r>
              <a:rPr lang="ja-JP" altLang="en-US" dirty="0"/>
              <a:t>デフォルト設定の変更・</a:t>
            </a:r>
            <a:r>
              <a:rPr lang="en-US" altLang="ja-JP" dirty="0"/>
              <a:t>SO</a:t>
            </a:r>
            <a:r>
              <a:rPr lang="ja-JP" altLang="en-US" dirty="0"/>
              <a:t>設定反映機能</a:t>
            </a:r>
          </a:p>
        </p:txBody>
      </p:sp>
      <p:sp>
        <p:nvSpPr>
          <p:cNvPr id="9" name="スライド番号プレースホルダー 1">
            <a:extLst>
              <a:ext uri="{FF2B5EF4-FFF2-40B4-BE49-F238E27FC236}">
                <a16:creationId xmlns:a16="http://schemas.microsoft.com/office/drawing/2014/main" id="{A04ED515-7906-476C-973F-6F036480CB82}"/>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10</a:t>
            </a:fld>
            <a:endParaRPr lang="ja-JP" altLang="en-US"/>
          </a:p>
        </p:txBody>
      </p:sp>
      <p:pic>
        <p:nvPicPr>
          <p:cNvPr id="3" name="図 2">
            <a:extLst>
              <a:ext uri="{FF2B5EF4-FFF2-40B4-BE49-F238E27FC236}">
                <a16:creationId xmlns:a16="http://schemas.microsoft.com/office/drawing/2014/main" id="{1332EC22-A1E7-4834-ACFE-CA8D91A4EFBD}"/>
              </a:ext>
            </a:extLst>
          </p:cNvPr>
          <p:cNvPicPr>
            <a:picLocks noChangeAspect="1"/>
          </p:cNvPicPr>
          <p:nvPr/>
        </p:nvPicPr>
        <p:blipFill>
          <a:blip r:embed="rId2"/>
          <a:stretch>
            <a:fillRect/>
          </a:stretch>
        </p:blipFill>
        <p:spPr>
          <a:xfrm>
            <a:off x="710602" y="2021037"/>
            <a:ext cx="1638300" cy="4324350"/>
          </a:xfrm>
          <a:prstGeom prst="rect">
            <a:avLst/>
          </a:prstGeom>
        </p:spPr>
      </p:pic>
      <p:pic>
        <p:nvPicPr>
          <p:cNvPr id="5" name="図 4">
            <a:extLst>
              <a:ext uri="{FF2B5EF4-FFF2-40B4-BE49-F238E27FC236}">
                <a16:creationId xmlns:a16="http://schemas.microsoft.com/office/drawing/2014/main" id="{0092B495-9AC0-46FA-88D0-7414336B7325}"/>
              </a:ext>
            </a:extLst>
          </p:cNvPr>
          <p:cNvPicPr>
            <a:picLocks noChangeAspect="1"/>
          </p:cNvPicPr>
          <p:nvPr/>
        </p:nvPicPr>
        <p:blipFill>
          <a:blip r:embed="rId3"/>
          <a:stretch>
            <a:fillRect/>
          </a:stretch>
        </p:blipFill>
        <p:spPr>
          <a:xfrm>
            <a:off x="2847500" y="2297262"/>
            <a:ext cx="8262938" cy="3771900"/>
          </a:xfrm>
          <a:prstGeom prst="rect">
            <a:avLst/>
          </a:prstGeom>
        </p:spPr>
      </p:pic>
      <p:sp>
        <p:nvSpPr>
          <p:cNvPr id="6" name="正方形/長方形 5">
            <a:extLst>
              <a:ext uri="{FF2B5EF4-FFF2-40B4-BE49-F238E27FC236}">
                <a16:creationId xmlns:a16="http://schemas.microsoft.com/office/drawing/2014/main" id="{02B7D0BC-CEF6-461F-A40A-EEC82F1BB6FC}"/>
              </a:ext>
            </a:extLst>
          </p:cNvPr>
          <p:cNvSpPr/>
          <p:nvPr/>
        </p:nvSpPr>
        <p:spPr>
          <a:xfrm>
            <a:off x="839416" y="2780928"/>
            <a:ext cx="1368152" cy="360040"/>
          </a:xfrm>
          <a:prstGeom prst="rect">
            <a:avLst/>
          </a:prstGeom>
          <a:noFill/>
          <a:ln w="666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6EADE6B1-402D-4D3E-9415-88D6E56670FB}"/>
              </a:ext>
            </a:extLst>
          </p:cNvPr>
          <p:cNvSpPr/>
          <p:nvPr/>
        </p:nvSpPr>
        <p:spPr>
          <a:xfrm>
            <a:off x="839416" y="4833811"/>
            <a:ext cx="1368152" cy="360040"/>
          </a:xfrm>
          <a:prstGeom prst="rect">
            <a:avLst/>
          </a:prstGeom>
          <a:noFill/>
          <a:ln w="666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矢印コネクタ 10">
            <a:extLst>
              <a:ext uri="{FF2B5EF4-FFF2-40B4-BE49-F238E27FC236}">
                <a16:creationId xmlns:a16="http://schemas.microsoft.com/office/drawing/2014/main" id="{7713A59C-6E7D-4F9E-8F31-56620BB3AC2D}"/>
              </a:ext>
            </a:extLst>
          </p:cNvPr>
          <p:cNvCxnSpPr/>
          <p:nvPr/>
        </p:nvCxnSpPr>
        <p:spPr>
          <a:xfrm flipV="1">
            <a:off x="2326926" y="2708920"/>
            <a:ext cx="520574" cy="216024"/>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048244C7-6C74-49D2-A887-C3579BC5A4F4}"/>
              </a:ext>
            </a:extLst>
          </p:cNvPr>
          <p:cNvCxnSpPr>
            <a:cxnSpLocks/>
          </p:cNvCxnSpPr>
          <p:nvPr/>
        </p:nvCxnSpPr>
        <p:spPr>
          <a:xfrm flipV="1">
            <a:off x="2207568" y="2637747"/>
            <a:ext cx="639932" cy="2591453"/>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43" name="コンテンツ プレースホルダー 7">
            <a:extLst>
              <a:ext uri="{FF2B5EF4-FFF2-40B4-BE49-F238E27FC236}">
                <a16:creationId xmlns:a16="http://schemas.microsoft.com/office/drawing/2014/main" id="{CC35ADD7-7148-4D42-B939-7F67BE7606FF}"/>
              </a:ext>
            </a:extLst>
          </p:cNvPr>
          <p:cNvSpPr txBox="1">
            <a:spLocks/>
          </p:cNvSpPr>
          <p:nvPr/>
        </p:nvSpPr>
        <p:spPr>
          <a:xfrm>
            <a:off x="2847500" y="1916832"/>
            <a:ext cx="2962630" cy="648074"/>
          </a:xfrm>
          <a:prstGeom prst="rect">
            <a:avLst/>
          </a:prstGeom>
        </p:spPr>
        <p:txBody>
          <a:bodyPr vert="horz" lIns="91440" tIns="45720" rIns="91440" bIns="45720" rtlCol="0">
            <a:no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400" b="1" dirty="0">
                <a:solidFill>
                  <a:schemeClr val="bg2"/>
                </a:solidFill>
              </a:rPr>
              <a:t>RHQ</a:t>
            </a:r>
            <a:r>
              <a:rPr lang="ja-JP" altLang="en-US" sz="1400" b="1" dirty="0">
                <a:solidFill>
                  <a:schemeClr val="bg2"/>
                </a:solidFill>
              </a:rPr>
              <a:t>デフォルト設定が表示される</a:t>
            </a:r>
          </a:p>
        </p:txBody>
      </p:sp>
      <p:sp>
        <p:nvSpPr>
          <p:cNvPr id="46" name="正方形/長方形 45">
            <a:extLst>
              <a:ext uri="{FF2B5EF4-FFF2-40B4-BE49-F238E27FC236}">
                <a16:creationId xmlns:a16="http://schemas.microsoft.com/office/drawing/2014/main" id="{AFFDE3B6-BD88-45C4-AA3B-F262FB9E9B7C}"/>
              </a:ext>
            </a:extLst>
          </p:cNvPr>
          <p:cNvSpPr/>
          <p:nvPr/>
        </p:nvSpPr>
        <p:spPr>
          <a:xfrm>
            <a:off x="7968208" y="1356678"/>
            <a:ext cx="3885654" cy="776177"/>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開発への確認</a:t>
            </a:r>
            <a:endParaRPr kumimoji="1" lang="en-US" altLang="ja-JP" sz="1400" dirty="0">
              <a:solidFill>
                <a:schemeClr val="tx1"/>
              </a:solidFill>
            </a:endParaRPr>
          </a:p>
          <a:p>
            <a:r>
              <a:rPr lang="ja-JP" altLang="en-US" sz="1400" dirty="0">
                <a:solidFill>
                  <a:schemeClr val="tx1"/>
                </a:solidFill>
              </a:rPr>
              <a:t>・機種設定はマスタ設定で</a:t>
            </a:r>
            <a:r>
              <a:rPr lang="en-US" altLang="ja-JP" sz="1400" dirty="0">
                <a:solidFill>
                  <a:schemeClr val="tx1"/>
                </a:solidFill>
              </a:rPr>
              <a:t>RHQ</a:t>
            </a:r>
            <a:r>
              <a:rPr lang="ja-JP" altLang="en-US" sz="1400" dirty="0">
                <a:solidFill>
                  <a:schemeClr val="tx1"/>
                </a:solidFill>
              </a:rPr>
              <a:t>デフォルト値がない？</a:t>
            </a:r>
            <a:endParaRPr lang="en-US" altLang="ja-JP" sz="1400" dirty="0">
              <a:solidFill>
                <a:schemeClr val="tx1"/>
              </a:solidFill>
            </a:endParaRPr>
          </a:p>
          <a:p>
            <a:r>
              <a:rPr kumimoji="1" lang="ja-JP" altLang="en-US" sz="1400" dirty="0">
                <a:solidFill>
                  <a:schemeClr val="tx1"/>
                </a:solidFill>
              </a:rPr>
              <a:t>・エラータイプ設定も</a:t>
            </a:r>
            <a:r>
              <a:rPr kumimoji="1" lang="en-US" altLang="ja-JP" sz="1400" dirty="0">
                <a:solidFill>
                  <a:schemeClr val="tx1"/>
                </a:solidFill>
              </a:rPr>
              <a:t>RHQ</a:t>
            </a:r>
            <a:r>
              <a:rPr kumimoji="1" lang="ja-JP" altLang="en-US" sz="1400" dirty="0">
                <a:solidFill>
                  <a:schemeClr val="tx1"/>
                </a:solidFill>
              </a:rPr>
              <a:t>毎にマスタ設定で固定値をデフォルトにできないか？</a:t>
            </a:r>
          </a:p>
        </p:txBody>
      </p:sp>
    </p:spTree>
    <p:extLst>
      <p:ext uri="{BB962C8B-B14F-4D97-AF65-F5344CB8AC3E}">
        <p14:creationId xmlns:p14="http://schemas.microsoft.com/office/powerpoint/2010/main" val="1379392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11</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受付エラーとなった</a:t>
            </a:r>
            <a:r>
              <a:rPr lang="en-US" altLang="ja-JP" sz="1800" dirty="0"/>
              <a:t>QC</a:t>
            </a:r>
            <a:r>
              <a:rPr lang="ja-JP" altLang="en-US" sz="1800" dirty="0"/>
              <a:t>データについても値を確認</a:t>
            </a:r>
            <a:r>
              <a:rPr lang="ja-JP" altLang="en-US" dirty="0"/>
              <a:t>できるように、</a:t>
            </a:r>
            <a:r>
              <a:rPr lang="en-US" altLang="ja-JP" dirty="0"/>
              <a:t>DB</a:t>
            </a:r>
            <a:r>
              <a:rPr lang="ja-JP" altLang="en-US" dirty="0"/>
              <a:t>に値を保存する。</a:t>
            </a:r>
            <a:endParaRPr lang="en-US" altLang="ja-JP" dirty="0"/>
          </a:p>
          <a:p>
            <a:pPr marL="182563"/>
            <a:endParaRPr lang="en-US" altLang="ja-JP" sz="1800" dirty="0"/>
          </a:p>
          <a:p>
            <a:r>
              <a:rPr lang="ja-JP" altLang="en-US" sz="1800" dirty="0"/>
              <a:t>２．背景</a:t>
            </a:r>
            <a:endParaRPr lang="en-US" altLang="ja-JP" sz="1800" dirty="0"/>
          </a:p>
          <a:p>
            <a:pPr marL="182563"/>
            <a:r>
              <a:rPr kumimoji="1" lang="ja-JP" altLang="en-US" dirty="0"/>
              <a:t>受付エラーとなった</a:t>
            </a:r>
            <a:r>
              <a:rPr kumimoji="1" lang="en-US" altLang="ja-JP" dirty="0"/>
              <a:t>QC</a:t>
            </a:r>
            <a:r>
              <a:rPr kumimoji="1" lang="ja-JP" altLang="en-US" dirty="0"/>
              <a:t>データは異常データテーブルに格納されているが、値が</a:t>
            </a:r>
            <a:r>
              <a:rPr kumimoji="1" lang="en-US" altLang="ja-JP" dirty="0"/>
              <a:t>0</a:t>
            </a:r>
            <a:r>
              <a:rPr kumimoji="1" lang="ja-JP" altLang="en-US" dirty="0"/>
              <a:t>で格納されている。</a:t>
            </a:r>
          </a:p>
          <a:p>
            <a:pPr marL="182563"/>
            <a:r>
              <a:rPr kumimoji="1" lang="ja-JP" altLang="en-US" dirty="0"/>
              <a:t>例えば</a:t>
            </a:r>
            <a:r>
              <a:rPr kumimoji="1" lang="en-US" altLang="ja-JP" dirty="0"/>
              <a:t>RG-CUT</a:t>
            </a:r>
            <a:r>
              <a:rPr kumimoji="1" lang="ja-JP" altLang="en-US" dirty="0"/>
              <a:t>エラーが複数装置で発生した場合は、受け付けた値を一括で確認し、設定値の見直しを実施したいが、値が不明。</a:t>
            </a:r>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dirty="0"/>
              <a:t>1-3 </a:t>
            </a:r>
            <a:r>
              <a:rPr lang="ja-JP" altLang="en-US" sz="3200" u="none" strike="noStrike" dirty="0">
                <a:effectLst/>
                <a:latin typeface="+mj-ea"/>
                <a:ea typeface="+mj-ea"/>
              </a:rPr>
              <a:t>受付エラーとなった異常データの値格納</a:t>
            </a:r>
            <a:endParaRPr kumimoji="1" lang="ja-JP" altLang="en-US" dirty="0"/>
          </a:p>
        </p:txBody>
      </p:sp>
    </p:spTree>
    <p:extLst>
      <p:ext uri="{BB962C8B-B14F-4D97-AF65-F5344CB8AC3E}">
        <p14:creationId xmlns:p14="http://schemas.microsoft.com/office/powerpoint/2010/main" val="1328365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12</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レポートの</a:t>
            </a:r>
            <a:r>
              <a:rPr lang="en-US" altLang="ja-JP" sz="1800" dirty="0" err="1"/>
              <a:t>PeerGroupComparison</a:t>
            </a:r>
            <a:r>
              <a:rPr lang="en-US" altLang="ja-JP" sz="1800" dirty="0"/>
              <a:t> </a:t>
            </a:r>
            <a:r>
              <a:rPr lang="ja-JP" altLang="en-US" sz="1800" dirty="0"/>
              <a:t>見方ページの母集団 </a:t>
            </a:r>
            <a:r>
              <a:rPr lang="en-US" altLang="ja-JP" sz="1800" dirty="0"/>
              <a:t>SD </a:t>
            </a:r>
            <a:r>
              <a:rPr lang="ja-JP" altLang="en-US" sz="1800" dirty="0"/>
              <a:t>の説明文を判定方式（</a:t>
            </a:r>
            <a:r>
              <a:rPr lang="en-US" altLang="ja-JP" sz="1800" dirty="0"/>
              <a:t>Inter-SD</a:t>
            </a:r>
            <a:r>
              <a:rPr lang="ja-JP" altLang="en-US" sz="1800" dirty="0"/>
              <a:t>、</a:t>
            </a:r>
            <a:r>
              <a:rPr lang="en-US" altLang="ja-JP" sz="1800" dirty="0"/>
              <a:t>Total-SD</a:t>
            </a:r>
            <a:r>
              <a:rPr lang="ja-JP" altLang="en-US" sz="1800" dirty="0"/>
              <a:t>）に連動させる。</a:t>
            </a:r>
            <a:endParaRPr lang="en-US" altLang="ja-JP" dirty="0"/>
          </a:p>
          <a:p>
            <a:pPr marL="182563"/>
            <a:endParaRPr lang="en-US" altLang="ja-JP" sz="1800" dirty="0"/>
          </a:p>
          <a:p>
            <a:r>
              <a:rPr lang="ja-JP" altLang="en-US" sz="1800" dirty="0"/>
              <a:t>２．背景</a:t>
            </a:r>
            <a:endParaRPr lang="en-US" altLang="ja-JP" sz="1800" dirty="0"/>
          </a:p>
          <a:p>
            <a:pPr marL="182563"/>
            <a:r>
              <a:rPr kumimoji="1" lang="en-US" altLang="ja-JP" dirty="0"/>
              <a:t>Inter-SD</a:t>
            </a:r>
            <a:r>
              <a:rPr kumimoji="1" lang="ja-JP" altLang="en-US" dirty="0"/>
              <a:t>から</a:t>
            </a:r>
            <a:r>
              <a:rPr kumimoji="1" lang="en-US" altLang="ja-JP" dirty="0"/>
              <a:t>Total-SD</a:t>
            </a:r>
            <a:r>
              <a:rPr kumimoji="1" lang="ja-JP" altLang="en-US" dirty="0"/>
              <a:t>への判定方式変更はマスタ設定で可能。ただし、レポートの</a:t>
            </a:r>
            <a:r>
              <a:rPr kumimoji="1" lang="en-US" altLang="ja-JP" dirty="0" err="1"/>
              <a:t>PeerGroupComparison</a:t>
            </a:r>
            <a:r>
              <a:rPr kumimoji="1" lang="en-US" altLang="ja-JP" dirty="0"/>
              <a:t> </a:t>
            </a:r>
            <a:r>
              <a:rPr kumimoji="1" lang="ja-JP" altLang="en-US" dirty="0"/>
              <a:t>見方ページの母集団 </a:t>
            </a:r>
            <a:r>
              <a:rPr kumimoji="1" lang="en-US" altLang="ja-JP" dirty="0"/>
              <a:t>SD </a:t>
            </a:r>
            <a:r>
              <a:rPr kumimoji="1" lang="ja-JP" altLang="en-US" dirty="0"/>
              <a:t>の説明文について判定方式に基づいて変更されないことが判明。マスタ設定によって判定方式切り替えができるようにしておく。</a:t>
            </a:r>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sz="2200" dirty="0"/>
              <a:t>1-4 </a:t>
            </a:r>
            <a:r>
              <a:rPr lang="en-US" altLang="ja-JP" sz="2200" u="none" strike="noStrike" dirty="0" err="1">
                <a:effectLst/>
                <a:latin typeface="+mj-ea"/>
                <a:ea typeface="+mj-ea"/>
              </a:rPr>
              <a:t>PeerGroupComparison</a:t>
            </a:r>
            <a:r>
              <a:rPr lang="en-US" altLang="ja-JP" sz="2200" u="none" strike="noStrike" dirty="0">
                <a:effectLst/>
                <a:latin typeface="+mj-ea"/>
                <a:ea typeface="+mj-ea"/>
              </a:rPr>
              <a:t> </a:t>
            </a:r>
            <a:r>
              <a:rPr lang="ja-JP" altLang="en-US" sz="2200" u="none" strike="noStrike" dirty="0">
                <a:effectLst/>
                <a:latin typeface="+mj-ea"/>
                <a:ea typeface="+mj-ea"/>
              </a:rPr>
              <a:t>見方ページの母集団 </a:t>
            </a:r>
            <a:r>
              <a:rPr lang="en-US" altLang="ja-JP" sz="2200" u="none" strike="noStrike" dirty="0">
                <a:effectLst/>
                <a:latin typeface="+mj-ea"/>
                <a:ea typeface="+mj-ea"/>
              </a:rPr>
              <a:t>SD </a:t>
            </a:r>
            <a:r>
              <a:rPr lang="ja-JP" altLang="en-US" sz="2200" u="none" strike="noStrike" dirty="0">
                <a:effectLst/>
                <a:latin typeface="+mj-ea"/>
                <a:ea typeface="+mj-ea"/>
              </a:rPr>
              <a:t>説明文の判定方式連動</a:t>
            </a:r>
            <a:endParaRPr kumimoji="1" lang="ja-JP" altLang="en-US" sz="2200" dirty="0"/>
          </a:p>
        </p:txBody>
      </p:sp>
    </p:spTree>
    <p:extLst>
      <p:ext uri="{BB962C8B-B14F-4D97-AF65-F5344CB8AC3E}">
        <p14:creationId xmlns:p14="http://schemas.microsoft.com/office/powerpoint/2010/main" val="2079289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13</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a:t>
            </a:r>
            <a:r>
              <a:rPr lang="en-US" altLang="ja-JP" sz="1800" dirty="0"/>
              <a:t>QC</a:t>
            </a:r>
            <a:r>
              <a:rPr lang="ja-JP" altLang="en-US" sz="1800" dirty="0"/>
              <a:t>チャート表示時には</a:t>
            </a:r>
            <a:r>
              <a:rPr lang="en-US" altLang="ja-JP" sz="1800" dirty="0"/>
              <a:t>1</a:t>
            </a:r>
            <a:r>
              <a:rPr lang="ja-JP" altLang="en-US" sz="1800" dirty="0"/>
              <a:t>測定項目が複数コード設定に紐づく場合も、最新データで測定されている測定単位に換算してチャートを表示する。</a:t>
            </a:r>
            <a:endParaRPr lang="en-US" altLang="ja-JP" dirty="0"/>
          </a:p>
          <a:p>
            <a:pPr marL="182563"/>
            <a:endParaRPr lang="en-US" altLang="ja-JP" sz="1800" dirty="0"/>
          </a:p>
          <a:p>
            <a:r>
              <a:rPr lang="ja-JP" altLang="en-US" sz="1800" dirty="0"/>
              <a:t>２．背景</a:t>
            </a:r>
            <a:endParaRPr lang="en-US" altLang="ja-JP" sz="1800" dirty="0"/>
          </a:p>
          <a:p>
            <a:pPr marL="182563"/>
            <a:r>
              <a:rPr kumimoji="1" lang="en-US" altLang="ja-JP" dirty="0"/>
              <a:t>QC</a:t>
            </a:r>
            <a:r>
              <a:rPr kumimoji="1" lang="ja-JP" altLang="en-US" dirty="0"/>
              <a:t>チャートには</a:t>
            </a:r>
            <a:r>
              <a:rPr kumimoji="1" lang="en-US" altLang="ja-JP" dirty="0"/>
              <a:t>1</a:t>
            </a:r>
            <a:r>
              <a:rPr kumimoji="1" lang="ja-JP" altLang="en-US" dirty="0"/>
              <a:t>測定項目が複数コード設定に紐づく場合がある。そのコード設定において測定単位が異なる場合に単位換算されないままチャートを表示しようとするため、特に数値テーブルにおいて表示がおかしくなる。</a:t>
            </a:r>
            <a:endParaRPr kumimoji="1" lang="en-US" altLang="ja-JP" dirty="0"/>
          </a:p>
          <a:p>
            <a:pPr marL="182563"/>
            <a:r>
              <a:rPr lang="ja-JP" altLang="en-US" dirty="0"/>
              <a:t>参考：</a:t>
            </a:r>
            <a:r>
              <a:rPr lang="en-US" altLang="ja-JP" dirty="0"/>
              <a:t>SYS-5023</a:t>
            </a:r>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dirty="0"/>
              <a:t>1-5 </a:t>
            </a:r>
            <a:r>
              <a:rPr lang="en-US" altLang="ja-JP" sz="3200" u="none" strike="noStrike" dirty="0">
                <a:effectLst/>
                <a:latin typeface="+mj-ea"/>
                <a:ea typeface="+mj-ea"/>
              </a:rPr>
              <a:t>QC</a:t>
            </a:r>
            <a:r>
              <a:rPr lang="ja-JP" altLang="en-US" sz="3200" u="none" strike="noStrike" dirty="0">
                <a:effectLst/>
                <a:latin typeface="+mj-ea"/>
                <a:ea typeface="+mj-ea"/>
              </a:rPr>
              <a:t>データの単位を変えて登録すると正しく反映されない</a:t>
            </a:r>
            <a:endParaRPr kumimoji="1" lang="ja-JP" altLang="en-US" dirty="0"/>
          </a:p>
        </p:txBody>
      </p:sp>
    </p:spTree>
    <p:extLst>
      <p:ext uri="{BB962C8B-B14F-4D97-AF65-F5344CB8AC3E}">
        <p14:creationId xmlns:p14="http://schemas.microsoft.com/office/powerpoint/2010/main" val="1802115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14</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日次データと月次データの</a:t>
            </a:r>
            <a:r>
              <a:rPr lang="en-US" altLang="ja-JP" sz="1800" dirty="0"/>
              <a:t>RG-CUT</a:t>
            </a:r>
            <a:r>
              <a:rPr lang="ja-JP" altLang="en-US" sz="1800" dirty="0"/>
              <a:t>チェックにおける「</a:t>
            </a:r>
            <a:r>
              <a:rPr lang="en-US" altLang="ja-JP" sz="1800" dirty="0"/>
              <a:t>SD</a:t>
            </a:r>
            <a:r>
              <a:rPr lang="ja-JP" altLang="en-US" sz="1800" dirty="0"/>
              <a:t>が平均値の</a:t>
            </a:r>
            <a:r>
              <a:rPr lang="en-US" altLang="ja-JP" sz="1800" dirty="0"/>
              <a:t>1/2</a:t>
            </a:r>
            <a:r>
              <a:rPr lang="ja-JP" altLang="en-US" sz="1800" dirty="0"/>
              <a:t>を超える場合」というチェックをなくす。</a:t>
            </a:r>
            <a:endParaRPr lang="en-US" altLang="ja-JP" sz="1800" dirty="0"/>
          </a:p>
          <a:p>
            <a:pPr marL="182563"/>
            <a:endParaRPr lang="en-US" altLang="ja-JP" sz="1800" dirty="0"/>
          </a:p>
          <a:p>
            <a:r>
              <a:rPr lang="ja-JP" altLang="en-US" sz="1800" dirty="0"/>
              <a:t>２．背景</a:t>
            </a:r>
            <a:endParaRPr lang="en-US" altLang="ja-JP" dirty="0"/>
          </a:p>
          <a:p>
            <a:pPr marL="182563" algn="just"/>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1/2</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ルールは施設内のばらつきを検知するためのルールと</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して採用されている。しかし、</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ばらつきの多い項目では、</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SD</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が</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1/2Mean</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を超えることは正常装置でもあり得ており、施設内ばらつきを検知するためのルールとしては不十分である</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a:t>
            </a:r>
            <a:endParaRPr lang="ja-JP" altLang="ja-JP" sz="1800" kern="100" dirty="0">
              <a:effectLst/>
              <a:latin typeface="游ゴシック" panose="020B0400000000000000" pitchFamily="50" charset="-128"/>
              <a:ea typeface="游ゴシック" panose="020B0400000000000000" pitchFamily="50" charset="-128"/>
              <a:cs typeface="Times New Roman" panose="02020603050405020304" pitchFamily="18" charset="0"/>
            </a:endParaRPr>
          </a:p>
          <a:p>
            <a:pPr marL="182563" algn="just"/>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また、</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はあくまでも外部精度管理であるため、施設内のばらつきを</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ではチェックしない、外部精度管理の観点では、</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SD</a:t>
            </a:r>
            <a:r>
              <a:rPr lang="ja-JP" altLang="ja-JP" sz="1800" kern="100" dirty="0">
                <a:effectLst/>
                <a:latin typeface="Calibri" panose="020F0502020204030204" pitchFamily="34" charset="0"/>
                <a:ea typeface="Meiryo UI" panose="020B0604030504040204" pitchFamily="50" charset="-128"/>
                <a:cs typeface="Times New Roman" panose="02020603050405020304" pitchFamily="18" charset="0"/>
              </a:rPr>
              <a:t>上限をもって外れ値除去を行う、という方針</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とする。</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学術調整済</a:t>
            </a:r>
            <a:endParaRPr lang="en-US" altLang="ja-JP" dirty="0"/>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dirty="0"/>
              <a:t>1-6 </a:t>
            </a:r>
            <a:r>
              <a:rPr lang="en-US" altLang="ja-JP" sz="3200" u="none" strike="noStrike" dirty="0">
                <a:effectLst/>
                <a:latin typeface="+mj-ea"/>
                <a:ea typeface="+mj-ea"/>
              </a:rPr>
              <a:t>RG-CUT</a:t>
            </a:r>
            <a:r>
              <a:rPr lang="ja-JP" altLang="en-US" sz="3200" u="none" strike="noStrike" dirty="0">
                <a:effectLst/>
                <a:latin typeface="+mj-ea"/>
                <a:ea typeface="+mj-ea"/>
              </a:rPr>
              <a:t>の「</a:t>
            </a:r>
            <a:r>
              <a:rPr lang="en-US" altLang="ja-JP" sz="3200" u="none" strike="noStrike" dirty="0">
                <a:effectLst/>
                <a:latin typeface="+mj-ea"/>
                <a:ea typeface="+mj-ea"/>
              </a:rPr>
              <a:t>SD</a:t>
            </a:r>
            <a:r>
              <a:rPr lang="ja-JP" altLang="en-US" sz="3200" u="none" strike="noStrike" dirty="0">
                <a:effectLst/>
                <a:latin typeface="+mj-ea"/>
                <a:ea typeface="+mj-ea"/>
              </a:rPr>
              <a:t>が平均値の</a:t>
            </a:r>
            <a:r>
              <a:rPr lang="en-US" altLang="ja-JP" sz="3200" u="none" strike="noStrike" dirty="0">
                <a:effectLst/>
                <a:latin typeface="+mj-ea"/>
                <a:ea typeface="+mj-ea"/>
              </a:rPr>
              <a:t>1/2</a:t>
            </a:r>
            <a:r>
              <a:rPr lang="ja-JP" altLang="en-US" sz="3200" u="none" strike="noStrike" dirty="0">
                <a:effectLst/>
                <a:latin typeface="+mj-ea"/>
                <a:ea typeface="+mj-ea"/>
              </a:rPr>
              <a:t>を超える」チェックの撤廃</a:t>
            </a:r>
            <a:endParaRPr kumimoji="1" lang="ja-JP" altLang="en-US" dirty="0"/>
          </a:p>
        </p:txBody>
      </p:sp>
    </p:spTree>
    <p:extLst>
      <p:ext uri="{BB962C8B-B14F-4D97-AF65-F5344CB8AC3E}">
        <p14:creationId xmlns:p14="http://schemas.microsoft.com/office/powerpoint/2010/main" val="1261792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15</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a:t>
            </a:r>
            <a:r>
              <a:rPr kumimoji="1" lang="ja-JP" altLang="en-US" dirty="0"/>
              <a:t>利用者情報の</a:t>
            </a:r>
            <a:r>
              <a:rPr kumimoji="1" lang="en-US" altLang="ja-JP" dirty="0"/>
              <a:t>Web</a:t>
            </a:r>
            <a:r>
              <a:rPr kumimoji="1" lang="ja-JP" altLang="en-US" dirty="0"/>
              <a:t>名の略称が</a:t>
            </a:r>
            <a:r>
              <a:rPr kumimoji="1" lang="en-US" altLang="ja-JP" dirty="0"/>
              <a:t>NULL </a:t>
            </a:r>
            <a:r>
              <a:rPr kumimoji="1" lang="ja-JP" altLang="en-US" dirty="0"/>
              <a:t>のものについては、正式名称から略称名を一括登録する。</a:t>
            </a:r>
            <a:endParaRPr lang="en-US" altLang="ja-JP" sz="1800" dirty="0"/>
          </a:p>
          <a:p>
            <a:pPr marL="182563"/>
            <a:endParaRPr lang="en-US" altLang="ja-JP" sz="1800" dirty="0"/>
          </a:p>
          <a:p>
            <a:r>
              <a:rPr lang="ja-JP" altLang="en-US" sz="1800" dirty="0"/>
              <a:t>２．背景</a:t>
            </a:r>
            <a:endParaRPr lang="en-US" altLang="ja-JP" dirty="0"/>
          </a:p>
          <a:p>
            <a:pPr marL="182563" algn="just"/>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SNCS</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では略称名は空白可。</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は略称名は必須。</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SNCS</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と</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は連携をしているため、利用者情報登録時に</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NULL</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で登録されると</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側の機能が動かなくなる。ただ、必須入力にすると</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SNCS</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の運用およびシステムへの変更が発生するため、</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SNCS</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と</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の並行稼働中は</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NULL</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で</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DB</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上は登録可能とするが、</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Web</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画面表示には名称は必要なため正式名を仮表示する対応を</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XQC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側でしている。</a:t>
            </a:r>
            <a:endPar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endParaRPr>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dirty="0"/>
              <a:t>1-7 </a:t>
            </a:r>
            <a:r>
              <a:rPr kumimoji="1" lang="ja-JP" altLang="en-US" dirty="0"/>
              <a:t>利用者情報の</a:t>
            </a:r>
            <a:r>
              <a:rPr kumimoji="1" lang="en-US" altLang="ja-JP" dirty="0"/>
              <a:t>Web</a:t>
            </a:r>
            <a:r>
              <a:rPr kumimoji="1" lang="ja-JP" altLang="en-US" dirty="0"/>
              <a:t>名の略称が</a:t>
            </a:r>
            <a:r>
              <a:rPr kumimoji="1" lang="en-US" altLang="ja-JP" dirty="0"/>
              <a:t>NULL</a:t>
            </a:r>
            <a:r>
              <a:rPr kumimoji="1" lang="ja-JP" altLang="en-US" dirty="0"/>
              <a:t>のものがある</a:t>
            </a:r>
          </a:p>
        </p:txBody>
      </p:sp>
    </p:spTree>
    <p:extLst>
      <p:ext uri="{BB962C8B-B14F-4D97-AF65-F5344CB8AC3E}">
        <p14:creationId xmlns:p14="http://schemas.microsoft.com/office/powerpoint/2010/main" val="2209503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7">
            <a:extLst>
              <a:ext uri="{FF2B5EF4-FFF2-40B4-BE49-F238E27FC236}">
                <a16:creationId xmlns:a16="http://schemas.microsoft.com/office/drawing/2014/main" id="{BBDEC403-7DC4-4DFE-B533-68E5F4F4BEB7}"/>
              </a:ext>
            </a:extLst>
          </p:cNvPr>
          <p:cNvSpPr>
            <a:spLocks noGrp="1"/>
          </p:cNvSpPr>
          <p:nvPr>
            <p:ph sz="quarter" idx="13"/>
          </p:nvPr>
        </p:nvSpPr>
        <p:spPr>
          <a:xfrm>
            <a:off x="338138" y="908719"/>
            <a:ext cx="11518900" cy="2376265"/>
          </a:xfrm>
        </p:spPr>
        <p:txBody>
          <a:bodyPr>
            <a:noAutofit/>
          </a:bodyPr>
          <a:lstStyle/>
          <a:p>
            <a:r>
              <a:rPr lang="ja-JP" altLang="en-US" sz="1400" dirty="0"/>
              <a:t>１．要求内容</a:t>
            </a:r>
            <a:endParaRPr lang="en-US" altLang="ja-JP" sz="1400" dirty="0"/>
          </a:p>
          <a:p>
            <a:endParaRPr lang="en-US" altLang="ja-JP" sz="1400" dirty="0"/>
          </a:p>
          <a:p>
            <a:pPr marL="182563"/>
            <a:r>
              <a:rPr lang="ja-JP" altLang="en-US" sz="1400" dirty="0"/>
              <a:t>・　月次サービス利用状況の</a:t>
            </a:r>
            <a:r>
              <a:rPr lang="en-US" altLang="ja-JP" sz="1400" dirty="0"/>
              <a:t>CSV</a:t>
            </a:r>
            <a:r>
              <a:rPr lang="ja-JP" altLang="en-US" sz="1400" dirty="0"/>
              <a:t>に以下の情報を追加する。</a:t>
            </a:r>
            <a:endParaRPr lang="en-US" altLang="ja-JP" sz="1400" dirty="0"/>
          </a:p>
          <a:p>
            <a:pPr marL="182563"/>
            <a:r>
              <a:rPr lang="ja-JP" altLang="en-US" sz="1400" dirty="0"/>
              <a:t>　　</a:t>
            </a:r>
            <a:r>
              <a:rPr lang="en-US" altLang="ja-JP" sz="1400" dirty="0"/>
              <a:t>-</a:t>
            </a:r>
            <a:r>
              <a:rPr lang="ja-JP" altLang="en-US" sz="1400" dirty="0"/>
              <a:t>　装置別に</a:t>
            </a:r>
            <a:r>
              <a:rPr lang="en-US" altLang="ja-JP" sz="1400" dirty="0"/>
              <a:t>QC</a:t>
            </a:r>
            <a:r>
              <a:rPr lang="ja-JP" altLang="en-US" sz="1400" dirty="0"/>
              <a:t>レポート発行有無</a:t>
            </a:r>
            <a:endParaRPr lang="en-US" altLang="ja-JP" sz="1400" dirty="0"/>
          </a:p>
          <a:p>
            <a:pPr marL="182563"/>
            <a:r>
              <a:rPr lang="ja-JP" altLang="en-US" sz="1400" dirty="0"/>
              <a:t>　　</a:t>
            </a:r>
            <a:r>
              <a:rPr lang="en-US" altLang="ja-JP" sz="1400" dirty="0"/>
              <a:t>-</a:t>
            </a:r>
            <a:r>
              <a:rPr lang="ja-JP" altLang="en-US" sz="1400" dirty="0"/>
              <a:t>　施設別にログイン日数</a:t>
            </a:r>
            <a:endParaRPr lang="en-US" altLang="ja-JP" sz="1400" dirty="0"/>
          </a:p>
          <a:p>
            <a:pPr marL="182563"/>
            <a:r>
              <a:rPr lang="ja-JP" altLang="en-US" sz="1400" dirty="0"/>
              <a:t>・　上記変更にともない、</a:t>
            </a:r>
            <a:r>
              <a:rPr lang="en-US" altLang="ja-JP" sz="1400" dirty="0"/>
              <a:t>CSV</a:t>
            </a:r>
            <a:r>
              <a:rPr lang="ja-JP" altLang="en-US" sz="1400" dirty="0"/>
              <a:t>ダウンロード可能日を翌月</a:t>
            </a:r>
            <a:r>
              <a:rPr lang="en-US" altLang="ja-JP" sz="1400" dirty="0"/>
              <a:t>1</a:t>
            </a:r>
            <a:r>
              <a:rPr lang="ja-JP" altLang="en-US" sz="1400" dirty="0"/>
              <a:t>日から</a:t>
            </a:r>
            <a:r>
              <a:rPr lang="en-US" altLang="ja-JP" sz="1400" dirty="0"/>
              <a:t>16</a:t>
            </a:r>
            <a:r>
              <a:rPr lang="ja-JP" altLang="en-US" sz="1400" dirty="0"/>
              <a:t>日に変更する。</a:t>
            </a:r>
            <a:endParaRPr lang="en-US" altLang="ja-JP" sz="1400" dirty="0"/>
          </a:p>
          <a:p>
            <a:pPr marL="182563"/>
            <a:endParaRPr lang="en-US" altLang="ja-JP" sz="1400" dirty="0"/>
          </a:p>
          <a:p>
            <a:pPr marL="182563"/>
            <a:endParaRPr lang="en-US" altLang="ja-JP" sz="1400" dirty="0"/>
          </a:p>
          <a:p>
            <a:r>
              <a:rPr lang="ja-JP" altLang="en-US" sz="1400" dirty="0"/>
              <a:t>２．</a:t>
            </a:r>
            <a:r>
              <a:rPr lang="en-US" altLang="ja-JP" sz="1400" dirty="0"/>
              <a:t>CSV</a:t>
            </a:r>
            <a:r>
              <a:rPr lang="ja-JP" altLang="en-US" sz="1400" dirty="0"/>
              <a:t>出力内容　</a:t>
            </a:r>
            <a:r>
              <a:rPr lang="en-US" altLang="ja-JP" sz="1400" dirty="0"/>
              <a:t>※</a:t>
            </a:r>
            <a:r>
              <a:rPr lang="ja-JP" altLang="en-US" sz="1400" dirty="0"/>
              <a:t>列名は仮</a:t>
            </a:r>
            <a:endParaRPr lang="en-US" altLang="ja-JP" sz="1400" dirty="0"/>
          </a:p>
          <a:p>
            <a:endParaRPr lang="en-US" altLang="ja-JP" sz="1400" dirty="0"/>
          </a:p>
          <a:p>
            <a:r>
              <a:rPr lang="ja-JP" altLang="en-US" sz="1400" dirty="0"/>
              <a:t>　　赤字が変更箇所。</a:t>
            </a:r>
            <a:endParaRPr lang="en-US" altLang="ja-JP" sz="1400" dirty="0"/>
          </a:p>
          <a:p>
            <a:r>
              <a:rPr lang="ja-JP" altLang="en-US" sz="1400" dirty="0"/>
              <a:t>　</a:t>
            </a:r>
            <a:endParaRPr lang="en-US" altLang="ja-JP" sz="1400" dirty="0"/>
          </a:p>
        </p:txBody>
      </p:sp>
      <p:sp>
        <p:nvSpPr>
          <p:cNvPr id="7" name="タイトル 6">
            <a:extLst>
              <a:ext uri="{FF2B5EF4-FFF2-40B4-BE49-F238E27FC236}">
                <a16:creationId xmlns:a16="http://schemas.microsoft.com/office/drawing/2014/main" id="{7AF63376-A374-4882-9CC7-3F46EFD59021}"/>
              </a:ext>
            </a:extLst>
          </p:cNvPr>
          <p:cNvSpPr>
            <a:spLocks noGrp="1"/>
          </p:cNvSpPr>
          <p:nvPr>
            <p:ph type="title"/>
          </p:nvPr>
        </p:nvSpPr>
        <p:spPr>
          <a:xfrm>
            <a:off x="334962" y="188641"/>
            <a:ext cx="10080000" cy="576064"/>
          </a:xfrm>
        </p:spPr>
        <p:txBody>
          <a:bodyPr/>
          <a:lstStyle/>
          <a:p>
            <a:pPr>
              <a:lnSpc>
                <a:spcPct val="100000"/>
              </a:lnSpc>
            </a:pPr>
            <a:r>
              <a:rPr lang="en-US" altLang="ja-JP" sz="2000" dirty="0"/>
              <a:t>1-8</a:t>
            </a:r>
            <a:r>
              <a:rPr lang="ja-JP" altLang="en-US" sz="2000" dirty="0"/>
              <a:t>　マンスリーサービスモニタリングの機能拡充（</a:t>
            </a:r>
            <a:r>
              <a:rPr lang="en-US" altLang="ja-JP" sz="2000" dirty="0"/>
              <a:t>QC</a:t>
            </a:r>
            <a:r>
              <a:rPr lang="ja-JP" altLang="en-US" sz="2000" dirty="0"/>
              <a:t>レポート発行装置の見分け）</a:t>
            </a:r>
            <a:br>
              <a:rPr lang="en-US" altLang="ja-JP" sz="2000" dirty="0"/>
            </a:br>
            <a:r>
              <a:rPr lang="en-US" altLang="ja-JP" sz="2000" dirty="0"/>
              <a:t>1-9</a:t>
            </a:r>
            <a:r>
              <a:rPr lang="ja-JP" altLang="en-US" sz="2000" dirty="0"/>
              <a:t>　マンスリーサービスモニタリングの機能拡充（</a:t>
            </a:r>
            <a:r>
              <a:rPr lang="en-US" altLang="ja-JP" sz="2000" dirty="0"/>
              <a:t>Web</a:t>
            </a:r>
            <a:r>
              <a:rPr lang="ja-JP" altLang="en-US" sz="2000" dirty="0"/>
              <a:t>アクセスの詳細）</a:t>
            </a:r>
          </a:p>
        </p:txBody>
      </p:sp>
      <p:sp>
        <p:nvSpPr>
          <p:cNvPr id="9" name="スライド番号プレースホルダー 1">
            <a:extLst>
              <a:ext uri="{FF2B5EF4-FFF2-40B4-BE49-F238E27FC236}">
                <a16:creationId xmlns:a16="http://schemas.microsoft.com/office/drawing/2014/main" id="{A04ED515-7906-476C-973F-6F036480CB82}"/>
              </a:ext>
            </a:extLst>
          </p:cNvPr>
          <p:cNvSpPr>
            <a:spLocks noGrp="1"/>
          </p:cNvSpPr>
          <p:nvPr>
            <p:ph type="sldNum" sz="quarter" idx="16"/>
          </p:nvPr>
        </p:nvSpPr>
        <p:spPr>
          <a:xfrm>
            <a:off x="11599104" y="6563270"/>
            <a:ext cx="349775" cy="253916"/>
          </a:xfrm>
        </p:spPr>
        <p:txBody>
          <a:bodyPr/>
          <a:lstStyle/>
          <a:p>
            <a:fld id="{982DF7F2-B14C-47C5-B9A4-9372430F170B}" type="slidenum">
              <a:rPr lang="ja-JP" altLang="en-US" smtClean="0"/>
              <a:pPr/>
              <a:t>16</a:t>
            </a:fld>
            <a:endParaRPr lang="ja-JP" altLang="en-US"/>
          </a:p>
        </p:txBody>
      </p:sp>
      <p:graphicFrame>
        <p:nvGraphicFramePr>
          <p:cNvPr id="6" name="表 5">
            <a:extLst>
              <a:ext uri="{FF2B5EF4-FFF2-40B4-BE49-F238E27FC236}">
                <a16:creationId xmlns:a16="http://schemas.microsoft.com/office/drawing/2014/main" id="{7F987682-9993-40B1-84D8-27037ABEF127}"/>
              </a:ext>
            </a:extLst>
          </p:cNvPr>
          <p:cNvGraphicFramePr>
            <a:graphicFrameLocks noGrp="1"/>
          </p:cNvGraphicFramePr>
          <p:nvPr>
            <p:extLst>
              <p:ext uri="{D42A27DB-BD31-4B8C-83A1-F6EECF244321}">
                <p14:modId xmlns:p14="http://schemas.microsoft.com/office/powerpoint/2010/main" val="1300256211"/>
              </p:ext>
            </p:extLst>
          </p:nvPr>
        </p:nvGraphicFramePr>
        <p:xfrm>
          <a:off x="654143" y="3356992"/>
          <a:ext cx="7098041" cy="3200400"/>
        </p:xfrm>
        <a:graphic>
          <a:graphicData uri="http://schemas.openxmlformats.org/drawingml/2006/table">
            <a:tbl>
              <a:tblPr firstRow="1" firstCol="1">
                <a:tableStyleId>{B301B821-A1FF-4177-AEE7-76D212191A09}</a:tableStyleId>
              </a:tblPr>
              <a:tblGrid>
                <a:gridCol w="2039816">
                  <a:extLst>
                    <a:ext uri="{9D8B030D-6E8A-4147-A177-3AD203B41FA5}">
                      <a16:colId xmlns:a16="http://schemas.microsoft.com/office/drawing/2014/main" val="20000"/>
                    </a:ext>
                  </a:extLst>
                </a:gridCol>
                <a:gridCol w="5058225">
                  <a:extLst>
                    <a:ext uri="{9D8B030D-6E8A-4147-A177-3AD203B41FA5}">
                      <a16:colId xmlns:a16="http://schemas.microsoft.com/office/drawing/2014/main" val="20001"/>
                    </a:ext>
                  </a:extLst>
                </a:gridCol>
              </a:tblGrid>
              <a:tr h="195580">
                <a:tc>
                  <a:txBody>
                    <a:bodyPr/>
                    <a:lstStyle/>
                    <a:p>
                      <a:pPr algn="just">
                        <a:spcAft>
                          <a:spcPts val="0"/>
                        </a:spcAft>
                      </a:pPr>
                      <a:r>
                        <a:rPr lang="ja-JP" altLang="en-US" sz="1400" b="0" kern="100" dirty="0">
                          <a:effectLst/>
                        </a:rPr>
                        <a:t>列</a:t>
                      </a:r>
                      <a:r>
                        <a:rPr lang="ja-JP" sz="1400" b="0" kern="100" dirty="0">
                          <a:effectLst/>
                        </a:rPr>
                        <a:t>名</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出力内容</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0"/>
                  </a:ext>
                </a:extLst>
              </a:tr>
              <a:tr h="186773">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RHQ Code</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RHQ</a:t>
                      </a: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コード</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1"/>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RHQ Name</a:t>
                      </a:r>
                    </a:p>
                  </a:txBody>
                  <a:tcPr marL="68580" marR="68580" marT="0" marB="0"/>
                </a:tc>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RHQ</a:t>
                      </a: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名</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2"/>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SO Code</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SO</a:t>
                      </a: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コード</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3"/>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SO Name</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SO</a:t>
                      </a: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名</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4039290704"/>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Organization Code</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施設コード</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4"/>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Organization Name</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施設名</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2234862498"/>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Country</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国</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848577171"/>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Web Access </a:t>
                      </a: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 Account</a:t>
                      </a:r>
                      <a:endParaRPr 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対象月に対象施設で本</a:t>
                      </a: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Web</a:t>
                      </a: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サイトへのアクセスがあったアカウントの数</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8"/>
                  </a:ext>
                </a:extLst>
              </a:tr>
              <a:tr h="171450">
                <a:tc>
                  <a:txBody>
                    <a:bodyPr/>
                    <a:lstStyle/>
                    <a:p>
                      <a:pPr algn="just">
                        <a:spcAft>
                          <a:spcPts val="0"/>
                        </a:spcAft>
                      </a:pP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Web Access - Day</a:t>
                      </a:r>
                      <a:endParaRPr 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対象月に対象施設で本</a:t>
                      </a: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Web</a:t>
                      </a:r>
                      <a:r>
                        <a:rPr lang="ja-JP" altLang="en-US"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サイトへのアクセスがあった日数</a:t>
                      </a:r>
                      <a:endParaRPr 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604195795"/>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Category</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カテゴリー</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09"/>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Model Name</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機種名</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0010"/>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Serial No.</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シリアル</a:t>
                      </a: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No.</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4047169261"/>
                  </a:ext>
                </a:extLst>
              </a:tr>
              <a:tr h="171450">
                <a:tc>
                  <a:txBody>
                    <a:bodyPr/>
                    <a:lstStyle/>
                    <a:p>
                      <a:pPr algn="just">
                        <a:spcAft>
                          <a:spcPts val="0"/>
                        </a:spcAft>
                      </a:pP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Active Analyzers</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algn="just">
                        <a:spcAft>
                          <a:spcPts val="0"/>
                        </a:spcAft>
                      </a:pP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対象月に装置がデータを受信している場合は</a:t>
                      </a: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1</a:t>
                      </a:r>
                      <a:r>
                        <a:rPr lang="ja-JP" altLang="en-US" sz="1400" b="0" kern="100" dirty="0">
                          <a:effectLst/>
                          <a:latin typeface="Arial" panose="020B0604020202020204" pitchFamily="34" charset="0"/>
                          <a:ea typeface="Meiryo UI" panose="020B0604030504040204" pitchFamily="50" charset="-128"/>
                          <a:cs typeface="Arial" panose="020B0604020202020204" pitchFamily="34" charset="0"/>
                        </a:rPr>
                        <a:t>、ない場合は</a:t>
                      </a:r>
                      <a:r>
                        <a:rPr lang="en-US" altLang="ja-JP" sz="1400" b="0" kern="100" dirty="0">
                          <a:effectLst/>
                          <a:latin typeface="Arial" panose="020B0604020202020204" pitchFamily="34" charset="0"/>
                          <a:ea typeface="Meiryo UI" panose="020B0604030504040204" pitchFamily="50" charset="-128"/>
                          <a:cs typeface="Arial" panose="020B0604020202020204" pitchFamily="34" charset="0"/>
                        </a:rPr>
                        <a:t>0</a:t>
                      </a:r>
                      <a:endParaRPr lang="ja-JP" sz="1400" b="0" kern="100" dirty="0">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2070003165"/>
                  </a:ext>
                </a:extLst>
              </a:tr>
              <a:tr h="171450">
                <a:tc>
                  <a:txBody>
                    <a:bodyPr/>
                    <a:lstStyle/>
                    <a:p>
                      <a:pPr algn="just">
                        <a:spcAft>
                          <a:spcPts val="0"/>
                        </a:spcAft>
                      </a:pP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Report</a:t>
                      </a:r>
                      <a:r>
                        <a:rPr lang="ja-JP" altLang="en-US"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 </a:t>
                      </a: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Output</a:t>
                      </a:r>
                      <a:endParaRPr 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tc>
                  <a:txBody>
                    <a:bodyPr/>
                    <a:lstStyle/>
                    <a:p>
                      <a:pPr marL="0" marR="0" lvl="0" indent="0" algn="just" defTabSz="914377" rtl="0" eaLnBrk="1" fontAlgn="auto" latinLnBrk="0" hangingPunct="1">
                        <a:lnSpc>
                          <a:spcPct val="100000"/>
                        </a:lnSpc>
                        <a:spcBef>
                          <a:spcPts val="0"/>
                        </a:spcBef>
                        <a:spcAft>
                          <a:spcPts val="0"/>
                        </a:spcAft>
                        <a:buClrTx/>
                        <a:buSzTx/>
                        <a:buFontTx/>
                        <a:buNone/>
                        <a:tabLst/>
                        <a:defRPr/>
                      </a:pPr>
                      <a:r>
                        <a:rPr lang="ja-JP" altLang="en-US"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対象月に装置のレポート発行があった場合は</a:t>
                      </a: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1</a:t>
                      </a:r>
                      <a:r>
                        <a:rPr lang="ja-JP" altLang="en-US"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、ない場合は</a:t>
                      </a:r>
                      <a:r>
                        <a:rPr lang="en-US"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rPr>
                        <a:t>0</a:t>
                      </a:r>
                      <a:endParaRPr lang="ja-JP" altLang="ja-JP" sz="1400" b="0" kern="100" dirty="0">
                        <a:solidFill>
                          <a:schemeClr val="bg2"/>
                        </a:solidFill>
                        <a:effectLst/>
                        <a:latin typeface="Arial" panose="020B0604020202020204" pitchFamily="34" charset="0"/>
                        <a:ea typeface="Meiryo UI" panose="020B0604030504040204" pitchFamily="50" charset="-128"/>
                        <a:cs typeface="Arial" panose="020B0604020202020204" pitchFamily="34" charset="0"/>
                      </a:endParaRPr>
                    </a:p>
                  </a:txBody>
                  <a:tcPr marL="68580" marR="68580" marT="0" marB="0"/>
                </a:tc>
                <a:extLst>
                  <a:ext uri="{0D108BD9-81ED-4DB2-BD59-A6C34878D82A}">
                    <a16:rowId xmlns:a16="http://schemas.microsoft.com/office/drawing/2014/main" val="1921836818"/>
                  </a:ext>
                </a:extLst>
              </a:tr>
            </a:tbl>
          </a:graphicData>
        </a:graphic>
      </p:graphicFrame>
      <p:cxnSp>
        <p:nvCxnSpPr>
          <p:cNvPr id="10" name="直線矢印コネクタ 9">
            <a:extLst>
              <a:ext uri="{FF2B5EF4-FFF2-40B4-BE49-F238E27FC236}">
                <a16:creationId xmlns:a16="http://schemas.microsoft.com/office/drawing/2014/main" id="{E8AC29E3-4978-48D4-A355-07D2F633E864}"/>
              </a:ext>
            </a:extLst>
          </p:cNvPr>
          <p:cNvCxnSpPr>
            <a:cxnSpLocks/>
          </p:cNvCxnSpPr>
          <p:nvPr/>
        </p:nvCxnSpPr>
        <p:spPr>
          <a:xfrm flipH="1">
            <a:off x="7104112" y="5229200"/>
            <a:ext cx="720080" cy="144016"/>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1" name="コンテンツ プレースホルダー 7">
            <a:extLst>
              <a:ext uri="{FF2B5EF4-FFF2-40B4-BE49-F238E27FC236}">
                <a16:creationId xmlns:a16="http://schemas.microsoft.com/office/drawing/2014/main" id="{5DDDA5C8-DB9B-49ED-B0C4-4765FE9DB02E}"/>
              </a:ext>
            </a:extLst>
          </p:cNvPr>
          <p:cNvSpPr txBox="1">
            <a:spLocks/>
          </p:cNvSpPr>
          <p:nvPr/>
        </p:nvSpPr>
        <p:spPr>
          <a:xfrm>
            <a:off x="7896200" y="4797152"/>
            <a:ext cx="4176463" cy="1368152"/>
          </a:xfrm>
          <a:prstGeom prst="rect">
            <a:avLst/>
          </a:prstGeom>
        </p:spPr>
        <p:txBody>
          <a:bodyPr vert="horz" lIns="91440" tIns="45720" rIns="91440" bIns="45720" rtlCol="0">
            <a:noAutofit/>
          </a:bodyPr>
          <a:lstStyle>
            <a:lvl1pPr marL="0" indent="0" algn="l" defTabSz="914377" rtl="0" eaLnBrk="1" latinLnBrk="0" hangingPunct="1">
              <a:lnSpc>
                <a:spcPct val="100000"/>
              </a:lnSpc>
              <a:spcBef>
                <a:spcPts val="0"/>
              </a:spcBef>
              <a:buFont typeface="Arial" panose="020B0604020202020204" pitchFamily="34" charset="0"/>
              <a:buNone/>
              <a:defRPr kumimoji="1" sz="1800" kern="1200">
                <a:solidFill>
                  <a:schemeClr val="tx1"/>
                </a:solidFill>
                <a:latin typeface="+mn-lt"/>
                <a:ea typeface="+mn-ea"/>
                <a:cs typeface="+mn-cs"/>
              </a:defRPr>
            </a:lvl1pPr>
            <a:lvl2pPr marL="457189"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2pPr>
            <a:lvl3pPr marL="914377"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3pPr>
            <a:lvl4pPr marL="1371566"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4pPr>
            <a:lvl5pPr marL="1828754" indent="0" algn="l" defTabSz="914377" rtl="0" eaLnBrk="1" latinLnBrk="0" hangingPunct="1">
              <a:lnSpc>
                <a:spcPct val="100000"/>
              </a:lnSpc>
              <a:spcBef>
                <a:spcPts val="0"/>
              </a:spcBef>
              <a:buFont typeface="Arial" panose="020B0604020202020204" pitchFamily="34" charset="0"/>
              <a:buNone/>
              <a:defRPr kumimoji="1"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400" dirty="0">
                <a:solidFill>
                  <a:schemeClr val="bg2"/>
                </a:solidFill>
              </a:rPr>
              <a:t>・ 日本時間を基準として集計。</a:t>
            </a:r>
            <a:endParaRPr lang="en-US" altLang="ja-JP" sz="1400" dirty="0">
              <a:solidFill>
                <a:schemeClr val="bg2"/>
              </a:solidFill>
            </a:endParaRPr>
          </a:p>
          <a:p>
            <a:r>
              <a:rPr lang="ja-JP" altLang="en-US" sz="1400" dirty="0">
                <a:solidFill>
                  <a:schemeClr val="bg2"/>
                </a:solidFill>
              </a:rPr>
              <a:t>・ </a:t>
            </a:r>
            <a:r>
              <a:rPr lang="en-US" altLang="ja-JP" sz="1400" dirty="0">
                <a:solidFill>
                  <a:schemeClr val="bg2"/>
                </a:solidFill>
              </a:rPr>
              <a:t>1</a:t>
            </a:r>
            <a:r>
              <a:rPr lang="ja-JP" altLang="en-US" sz="1400" dirty="0">
                <a:solidFill>
                  <a:schemeClr val="bg2"/>
                </a:solidFill>
              </a:rPr>
              <a:t>施設に複数アカウントがある場合も集計は日数ベース。</a:t>
            </a:r>
            <a:endParaRPr lang="en-US" altLang="ja-JP" sz="1400" dirty="0">
              <a:solidFill>
                <a:schemeClr val="bg2"/>
              </a:solidFill>
            </a:endParaRPr>
          </a:p>
          <a:p>
            <a:r>
              <a:rPr lang="ja-JP" altLang="en-US" sz="1400" dirty="0">
                <a:solidFill>
                  <a:schemeClr val="bg2"/>
                </a:solidFill>
              </a:rPr>
              <a:t>　例：下記の場合はログイン日数は</a:t>
            </a:r>
            <a:r>
              <a:rPr lang="en-US" altLang="ja-JP" sz="1400" dirty="0">
                <a:solidFill>
                  <a:schemeClr val="bg2"/>
                </a:solidFill>
              </a:rPr>
              <a:t>3</a:t>
            </a:r>
            <a:r>
              <a:rPr lang="ja-JP" altLang="en-US" sz="1400" dirty="0">
                <a:solidFill>
                  <a:schemeClr val="bg2"/>
                </a:solidFill>
              </a:rPr>
              <a:t>。</a:t>
            </a:r>
            <a:endParaRPr lang="en-US" altLang="ja-JP" sz="1400" dirty="0">
              <a:solidFill>
                <a:schemeClr val="bg2"/>
              </a:solidFill>
            </a:endParaRPr>
          </a:p>
          <a:p>
            <a:r>
              <a:rPr lang="ja-JP" altLang="en-US" sz="1400" dirty="0">
                <a:solidFill>
                  <a:schemeClr val="bg2"/>
                </a:solidFill>
              </a:rPr>
              <a:t>　　各アカウントのログイン実績</a:t>
            </a:r>
            <a:endParaRPr lang="en-US" altLang="ja-JP" sz="1400" dirty="0">
              <a:solidFill>
                <a:schemeClr val="bg2"/>
              </a:solidFill>
            </a:endParaRPr>
          </a:p>
          <a:p>
            <a:r>
              <a:rPr lang="ja-JP" altLang="en-US" sz="1400" dirty="0">
                <a:solidFill>
                  <a:schemeClr val="bg2"/>
                </a:solidFill>
              </a:rPr>
              <a:t>　　　</a:t>
            </a:r>
            <a:r>
              <a:rPr lang="en-US" altLang="ja-JP" sz="1400" dirty="0">
                <a:solidFill>
                  <a:schemeClr val="bg2"/>
                </a:solidFill>
              </a:rPr>
              <a:t>A</a:t>
            </a:r>
            <a:r>
              <a:rPr lang="ja-JP" altLang="en-US" sz="1400" dirty="0">
                <a:solidFill>
                  <a:schemeClr val="bg2"/>
                </a:solidFill>
              </a:rPr>
              <a:t>アカウント　</a:t>
            </a:r>
            <a:r>
              <a:rPr lang="en-US" altLang="ja-JP" sz="1400" dirty="0">
                <a:solidFill>
                  <a:schemeClr val="bg2"/>
                </a:solidFill>
              </a:rPr>
              <a:t>11/1</a:t>
            </a:r>
            <a:r>
              <a:rPr lang="ja-JP" altLang="en-US" sz="1400" dirty="0">
                <a:solidFill>
                  <a:schemeClr val="bg2"/>
                </a:solidFill>
              </a:rPr>
              <a:t> </a:t>
            </a:r>
            <a:r>
              <a:rPr lang="en-US" altLang="ja-JP" sz="1400" dirty="0">
                <a:solidFill>
                  <a:schemeClr val="bg2"/>
                </a:solidFill>
              </a:rPr>
              <a:t>10:00</a:t>
            </a:r>
            <a:r>
              <a:rPr lang="ja-JP" altLang="en-US" sz="1400" dirty="0">
                <a:solidFill>
                  <a:schemeClr val="bg2"/>
                </a:solidFill>
              </a:rPr>
              <a:t>、</a:t>
            </a:r>
            <a:r>
              <a:rPr lang="en-US" altLang="ja-JP" sz="1400" dirty="0">
                <a:solidFill>
                  <a:schemeClr val="bg2"/>
                </a:solidFill>
              </a:rPr>
              <a:t>11:00</a:t>
            </a:r>
            <a:r>
              <a:rPr lang="ja-JP" altLang="en-US" sz="1400" dirty="0">
                <a:solidFill>
                  <a:schemeClr val="bg2"/>
                </a:solidFill>
              </a:rPr>
              <a:t>、</a:t>
            </a:r>
            <a:r>
              <a:rPr lang="en-US" altLang="ja-JP" sz="1400" dirty="0">
                <a:solidFill>
                  <a:schemeClr val="bg2"/>
                </a:solidFill>
              </a:rPr>
              <a:t> 11/2</a:t>
            </a:r>
            <a:r>
              <a:rPr lang="ja-JP" altLang="en-US" sz="1400" dirty="0">
                <a:solidFill>
                  <a:schemeClr val="bg2"/>
                </a:solidFill>
              </a:rPr>
              <a:t>　</a:t>
            </a:r>
            <a:r>
              <a:rPr lang="en-US" altLang="ja-JP" sz="1400" dirty="0">
                <a:solidFill>
                  <a:schemeClr val="bg2"/>
                </a:solidFill>
              </a:rPr>
              <a:t>9:00</a:t>
            </a:r>
          </a:p>
          <a:p>
            <a:r>
              <a:rPr lang="ja-JP" altLang="en-US" sz="1400" dirty="0">
                <a:solidFill>
                  <a:schemeClr val="bg2"/>
                </a:solidFill>
              </a:rPr>
              <a:t>　　　</a:t>
            </a:r>
            <a:r>
              <a:rPr lang="en-US" altLang="ja-JP" sz="1400" dirty="0">
                <a:solidFill>
                  <a:schemeClr val="bg2"/>
                </a:solidFill>
              </a:rPr>
              <a:t>B</a:t>
            </a:r>
            <a:r>
              <a:rPr lang="ja-JP" altLang="en-US" sz="1400" dirty="0">
                <a:solidFill>
                  <a:schemeClr val="bg2"/>
                </a:solidFill>
              </a:rPr>
              <a:t>アカウント　</a:t>
            </a:r>
            <a:r>
              <a:rPr lang="en-US" altLang="ja-JP" sz="1400" dirty="0">
                <a:solidFill>
                  <a:schemeClr val="bg2"/>
                </a:solidFill>
              </a:rPr>
              <a:t>11/2 10:00</a:t>
            </a:r>
            <a:r>
              <a:rPr lang="ja-JP" altLang="en-US" sz="1400" dirty="0">
                <a:solidFill>
                  <a:schemeClr val="bg2"/>
                </a:solidFill>
              </a:rPr>
              <a:t>、</a:t>
            </a:r>
            <a:r>
              <a:rPr lang="en-US" altLang="ja-JP" sz="1400" dirty="0">
                <a:solidFill>
                  <a:schemeClr val="bg2"/>
                </a:solidFill>
              </a:rPr>
              <a:t>11/5 14:00</a:t>
            </a:r>
          </a:p>
          <a:p>
            <a:endParaRPr lang="ja-JP" altLang="en-US" sz="1400" dirty="0">
              <a:solidFill>
                <a:schemeClr val="bg2"/>
              </a:solidFill>
            </a:endParaRPr>
          </a:p>
        </p:txBody>
      </p:sp>
      <p:sp>
        <p:nvSpPr>
          <p:cNvPr id="12" name="正方形/長方形 11">
            <a:extLst>
              <a:ext uri="{FF2B5EF4-FFF2-40B4-BE49-F238E27FC236}">
                <a16:creationId xmlns:a16="http://schemas.microsoft.com/office/drawing/2014/main" id="{E50E548F-A7B4-4AC2-A391-A403BFBCAE4E}"/>
              </a:ext>
            </a:extLst>
          </p:cNvPr>
          <p:cNvSpPr/>
          <p:nvPr/>
        </p:nvSpPr>
        <p:spPr>
          <a:xfrm>
            <a:off x="6384032" y="1988840"/>
            <a:ext cx="1656184" cy="288032"/>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RHQ</a:t>
            </a:r>
            <a:r>
              <a:rPr kumimoji="1" lang="ja-JP" altLang="en-US" sz="1400" dirty="0">
                <a:solidFill>
                  <a:schemeClr val="tx1"/>
                </a:solidFill>
              </a:rPr>
              <a:t>確認必要</a:t>
            </a:r>
          </a:p>
        </p:txBody>
      </p:sp>
      <p:sp>
        <p:nvSpPr>
          <p:cNvPr id="13" name="正方形/長方形 12">
            <a:extLst>
              <a:ext uri="{FF2B5EF4-FFF2-40B4-BE49-F238E27FC236}">
                <a16:creationId xmlns:a16="http://schemas.microsoft.com/office/drawing/2014/main" id="{29C5ED45-C65C-4AFA-A778-2985A5A75803}"/>
              </a:ext>
            </a:extLst>
          </p:cNvPr>
          <p:cNvSpPr/>
          <p:nvPr/>
        </p:nvSpPr>
        <p:spPr>
          <a:xfrm>
            <a:off x="7631723" y="4543202"/>
            <a:ext cx="1656184" cy="288032"/>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GDPR</a:t>
            </a:r>
            <a:r>
              <a:rPr kumimoji="1" lang="ja-JP" altLang="en-US" sz="1400" dirty="0">
                <a:solidFill>
                  <a:schemeClr val="tx1"/>
                </a:solidFill>
              </a:rPr>
              <a:t>上</a:t>
            </a:r>
            <a:r>
              <a:rPr kumimoji="1" lang="en-US" altLang="ja-JP" sz="1400" dirty="0">
                <a:solidFill>
                  <a:schemeClr val="tx1"/>
                </a:solidFill>
              </a:rPr>
              <a:t>OK</a:t>
            </a:r>
            <a:r>
              <a:rPr kumimoji="1" lang="ja-JP" altLang="en-US" sz="1400" dirty="0">
                <a:solidFill>
                  <a:schemeClr val="tx1"/>
                </a:solidFill>
              </a:rPr>
              <a:t>？</a:t>
            </a:r>
          </a:p>
        </p:txBody>
      </p:sp>
    </p:spTree>
    <p:extLst>
      <p:ext uri="{BB962C8B-B14F-4D97-AF65-F5344CB8AC3E}">
        <p14:creationId xmlns:p14="http://schemas.microsoft.com/office/powerpoint/2010/main" val="39705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44135AD-B88A-4C67-B6EB-D033AE64CDF1}"/>
              </a:ext>
            </a:extLst>
          </p:cNvPr>
          <p:cNvSpPr>
            <a:spLocks noGrp="1"/>
          </p:cNvSpPr>
          <p:nvPr>
            <p:ph type="sldNum" sz="quarter" idx="16"/>
          </p:nvPr>
        </p:nvSpPr>
        <p:spPr/>
        <p:txBody>
          <a:bodyPr/>
          <a:lstStyle/>
          <a:p>
            <a:fld id="{982DF7F2-B14C-47C5-B9A4-9372430F170B}" type="slidenum">
              <a:rPr lang="ja-JP" altLang="en-US" smtClean="0"/>
              <a:pPr/>
              <a:t>17</a:t>
            </a:fld>
            <a:endParaRPr lang="ja-JP" altLang="en-US"/>
          </a:p>
        </p:txBody>
      </p:sp>
      <p:sp>
        <p:nvSpPr>
          <p:cNvPr id="3" name="コンテンツ プレースホルダー 2">
            <a:extLst>
              <a:ext uri="{FF2B5EF4-FFF2-40B4-BE49-F238E27FC236}">
                <a16:creationId xmlns:a16="http://schemas.microsoft.com/office/drawing/2014/main" id="{AEB49DDE-87A1-47B2-A351-A44DF386289D}"/>
              </a:ext>
            </a:extLst>
          </p:cNvPr>
          <p:cNvSpPr>
            <a:spLocks noGrp="1"/>
          </p:cNvSpPr>
          <p:nvPr>
            <p:ph sz="quarter" idx="13"/>
          </p:nvPr>
        </p:nvSpPr>
        <p:spPr/>
        <p:txBody>
          <a:bodyPr/>
          <a:lstStyle/>
          <a:p>
            <a:r>
              <a:rPr lang="ja-JP" altLang="en-US" sz="1800" dirty="0"/>
              <a:t>１．要求内容</a:t>
            </a:r>
            <a:endParaRPr lang="en-US" altLang="ja-JP" sz="1800" dirty="0"/>
          </a:p>
          <a:p>
            <a:pPr marL="182563"/>
            <a:r>
              <a:rPr lang="ja-JP" altLang="en-US" sz="1800" dirty="0"/>
              <a:t>・　</a:t>
            </a:r>
            <a:r>
              <a:rPr kumimoji="1" lang="en-US" altLang="ja-JP" dirty="0"/>
              <a:t>1042: </a:t>
            </a:r>
            <a:r>
              <a:rPr kumimoji="1" lang="ja-JP" altLang="en-US" dirty="0"/>
              <a:t>測定日数エラーおよび</a:t>
            </a:r>
            <a:r>
              <a:rPr kumimoji="1" lang="en-US" altLang="ja-JP" dirty="0"/>
              <a:t>1043:</a:t>
            </a:r>
            <a:r>
              <a:rPr kumimoji="1" lang="ja-JP" altLang="en-US" dirty="0"/>
              <a:t>測定回数エラー発生時、エラー一覧画面からエラー発生が確認できる。</a:t>
            </a:r>
          </a:p>
          <a:p>
            <a:pPr marL="182563"/>
            <a:r>
              <a:rPr lang="ja-JP" altLang="en-US" dirty="0"/>
              <a:t>・　</a:t>
            </a:r>
            <a:r>
              <a:rPr kumimoji="1" lang="en-US" altLang="ja-JP" dirty="0"/>
              <a:t>1043: </a:t>
            </a:r>
            <a:r>
              <a:rPr kumimoji="1" lang="ja-JP" altLang="en-US" dirty="0"/>
              <a:t>測定回数エラー発生時、データ受信履歴画面から受信データを確認できる。</a:t>
            </a:r>
            <a:endParaRPr kumimoji="1" lang="en-US" altLang="ja-JP" dirty="0"/>
          </a:p>
          <a:p>
            <a:pPr marL="182563"/>
            <a:endParaRPr lang="en-US" altLang="ja-JP" sz="1800" dirty="0"/>
          </a:p>
          <a:p>
            <a:r>
              <a:rPr lang="ja-JP" altLang="en-US" sz="1800" dirty="0"/>
              <a:t>２．背景</a:t>
            </a:r>
            <a:endParaRPr lang="en-US" altLang="ja-JP" dirty="0"/>
          </a:p>
          <a:p>
            <a:pPr marL="182563" algn="just"/>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受付エラーとなった場合は、基本的には装置を特定できる場合には</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Web</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画面の受信履歴とエラー一覧に表示をしている。特定できない場合は、システム管理者宛のメール通知対象となっている。</a:t>
            </a:r>
          </a:p>
          <a:p>
            <a:pPr marL="182563" algn="just"/>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ただし、一部の発生頻度の低い受付エラーについては装置の特定が可能ではあるが、データ受付の処理順の都合および開発工数により受信履歴画面のみ、あるいは受信履歴画面にも表示されず管理者宛のメール通知対象となっている。</a:t>
            </a:r>
          </a:p>
          <a:p>
            <a:pPr marL="182563" algn="just"/>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エラーコード＝</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1042</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と</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1043</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については月に数回の発生であるが、本エラーの場合、対象の</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EQC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データがまったくデータ登録されないことからデータ登録されなかったことについて顧客に知らせる必要がある。現在は、管理者宛のメールから市場サポート部門へ連携して顧客対応を実施している。</a:t>
            </a:r>
            <a:r>
              <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rPr>
              <a:t>QC</a:t>
            </a:r>
            <a:r>
              <a:rPr lang="ja-JP" altLang="en-US" sz="1800" kern="100" dirty="0">
                <a:effectLst/>
                <a:latin typeface="Calibri" panose="020F0502020204030204" pitchFamily="34" charset="0"/>
                <a:ea typeface="Meiryo UI" panose="020B0604030504040204" pitchFamily="50" charset="-128"/>
                <a:cs typeface="Times New Roman" panose="02020603050405020304" pitchFamily="18" charset="0"/>
              </a:rPr>
              <a:t>データには登録締め切り日が設けられており、本エラー発生の顧客は締め切り間近に登録を実施されるケースが多いことからすぐの顧客対応をしなければデータが登録できなくなるというリスクがある。</a:t>
            </a:r>
            <a:endParaRPr lang="en-US" altLang="ja-JP" sz="1800" kern="100" dirty="0">
              <a:effectLst/>
              <a:latin typeface="Calibri" panose="020F0502020204030204" pitchFamily="34" charset="0"/>
              <a:ea typeface="Meiryo UI" panose="020B0604030504040204" pitchFamily="50" charset="-128"/>
              <a:cs typeface="Times New Roman" panose="02020603050405020304" pitchFamily="18" charset="0"/>
            </a:endParaRPr>
          </a:p>
        </p:txBody>
      </p:sp>
      <p:sp>
        <p:nvSpPr>
          <p:cNvPr id="4" name="タイトル 3">
            <a:extLst>
              <a:ext uri="{FF2B5EF4-FFF2-40B4-BE49-F238E27FC236}">
                <a16:creationId xmlns:a16="http://schemas.microsoft.com/office/drawing/2014/main" id="{F8C1285D-1E73-4213-8D52-C27648E55B90}"/>
              </a:ext>
            </a:extLst>
          </p:cNvPr>
          <p:cNvSpPr>
            <a:spLocks noGrp="1"/>
          </p:cNvSpPr>
          <p:nvPr>
            <p:ph type="title"/>
          </p:nvPr>
        </p:nvSpPr>
        <p:spPr/>
        <p:txBody>
          <a:bodyPr/>
          <a:lstStyle/>
          <a:p>
            <a:r>
              <a:rPr kumimoji="1" lang="en-US" altLang="ja-JP" dirty="0"/>
              <a:t>1-12 </a:t>
            </a:r>
            <a:r>
              <a:rPr kumimoji="1" lang="ja-JP" altLang="en-US" dirty="0"/>
              <a:t>受付エラー：</a:t>
            </a:r>
            <a:r>
              <a:rPr kumimoji="1" lang="en-US" altLang="ja-JP" dirty="0"/>
              <a:t>1042/1043</a:t>
            </a:r>
            <a:r>
              <a:rPr kumimoji="1" lang="ja-JP" altLang="en-US" dirty="0"/>
              <a:t>の画面表示</a:t>
            </a:r>
          </a:p>
        </p:txBody>
      </p:sp>
    </p:spTree>
    <p:extLst>
      <p:ext uri="{BB962C8B-B14F-4D97-AF65-F5344CB8AC3E}">
        <p14:creationId xmlns:p14="http://schemas.microsoft.com/office/powerpoint/2010/main" val="2174325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3838474"/>
      </p:ext>
    </p:extLst>
  </p:cSld>
  <p:clrMapOvr>
    <a:masterClrMapping/>
  </p:clrMapOvr>
</p:sld>
</file>

<file path=ppt/theme/theme1.xml><?xml version="1.0" encoding="utf-8"?>
<a:theme xmlns:a="http://schemas.openxmlformats.org/drawingml/2006/main" name="master">
  <a:themeElements>
    <a:clrScheme name="ユーザー定義 7">
      <a:dk1>
        <a:srgbClr val="3F3F3F"/>
      </a:dk1>
      <a:lt1>
        <a:sysClr val="window" lastClr="FFFFFF"/>
      </a:lt1>
      <a:dk2>
        <a:srgbClr val="9E9E9E"/>
      </a:dk2>
      <a:lt2>
        <a:srgbClr val="E7413E"/>
      </a:lt2>
      <a:accent1>
        <a:srgbClr val="005BAC"/>
      </a:accent1>
      <a:accent2>
        <a:srgbClr val="00B8EE"/>
      </a:accent2>
      <a:accent3>
        <a:srgbClr val="0DAC67"/>
      </a:accent3>
      <a:accent4>
        <a:srgbClr val="B6D350"/>
      </a:accent4>
      <a:accent5>
        <a:srgbClr val="F5AC3C"/>
      </a:accent5>
      <a:accent6>
        <a:srgbClr val="F09DC1"/>
      </a:accent6>
      <a:hlink>
        <a:srgbClr val="595959"/>
      </a:hlink>
      <a:folHlink>
        <a:srgbClr val="864B99"/>
      </a:folHlink>
    </a:clrScheme>
    <a:fontScheme name="sysmex">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6" id="{61F10B65-B395-48F0-8501-077F582B9A30}" vid="{9F381264-40ED-4D63-A1B9-62482CD17A5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ysmex">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ysmex">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EC411DF444E1EB4C8EC941D880188393" ma:contentTypeVersion="11" ma:contentTypeDescription="新しいドキュメントを作成します。" ma:contentTypeScope="" ma:versionID="b479bfa225aa63af4963764f1d66e63d">
  <xsd:schema xmlns:xsd="http://www.w3.org/2001/XMLSchema" xmlns:xs="http://www.w3.org/2001/XMLSchema" xmlns:p="http://schemas.microsoft.com/office/2006/metadata/properties" xmlns:ns2="851b01d9-56d6-4451-8dce-594bc315f35f" targetNamespace="http://schemas.microsoft.com/office/2006/metadata/properties" ma:root="true" ma:fieldsID="988c486f957cb339fd1011d7fbd2ed0c" ns2:_="">
    <xsd:import namespace="851b01d9-56d6-4451-8dce-594bc315f35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1b01d9-56d6-4451-8dce-594bc315f3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CCCADC-66D9-4222-8EDF-9F6AA4699BB5}">
  <ds:schemaRefs>
    <ds:schemaRef ds:uri="851b01d9-56d6-4451-8dce-594bc315f35f"/>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41BB9A5D-869A-4216-89EB-F6874CAAFEDC}">
  <ds:schemaRefs>
    <ds:schemaRef ds:uri="http://schemas.microsoft.com/sharepoint/v3/contenttype/forms"/>
  </ds:schemaRefs>
</ds:datastoreItem>
</file>

<file path=customXml/itemProps3.xml><?xml version="1.0" encoding="utf-8"?>
<ds:datastoreItem xmlns:ds="http://schemas.openxmlformats.org/officeDocument/2006/customXml" ds:itemID="{7216971C-56ED-4FE2-91EA-A85508A306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1b01d9-56d6-4451-8dce-594bc315f3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PPT3_シンプル_テンプレート_16×9</Template>
  <TotalTime>2948</TotalTime>
  <Words>2490</Words>
  <Application>Microsoft Office PowerPoint</Application>
  <PresentationFormat>ワイド画面</PresentationFormat>
  <Paragraphs>330</Paragraphs>
  <Slides>18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18</vt:i4>
      </vt:variant>
    </vt:vector>
  </HeadingPairs>
  <TitlesOfParts>
    <vt:vector size="23" baseType="lpstr">
      <vt:lpstr>Meiryo UI</vt:lpstr>
      <vt:lpstr>游ゴシック</vt:lpstr>
      <vt:lpstr>Arial</vt:lpstr>
      <vt:lpstr>Calibri</vt:lpstr>
      <vt:lpstr>master</vt:lpstr>
      <vt:lpstr>【ドラフト】Caresphere XQC Ver.1.6.1要求事項</vt:lpstr>
      <vt:lpstr>Caresphere XQC Ver.1.6.1要求事項一覧</vt:lpstr>
      <vt:lpstr>Caresphere XQC Ver.1.6.1　インフラからの要求事項一覧</vt:lpstr>
      <vt:lpstr>影響範囲</vt:lpstr>
      <vt:lpstr>影響範囲</vt:lpstr>
      <vt:lpstr>要求詳細</vt:lpstr>
      <vt:lpstr>1-1 V_CONTOROLとV_PARAUNITSを差分登録に変更</vt:lpstr>
      <vt:lpstr>1-2　RHQデフォルト設定の変更・SO設定反映機能</vt:lpstr>
      <vt:lpstr>1-2　RHQデフォルト設定の変更・SO設定反映機能</vt:lpstr>
      <vt:lpstr>1-2　RHQデフォルト設定の変更・SO設定反映機能</vt:lpstr>
      <vt:lpstr>1-3 受付エラーとなった異常データの値格納</vt:lpstr>
      <vt:lpstr>1-4 PeerGroupComparison 見方ページの母集団 SD 説明文の判定方式連動</vt:lpstr>
      <vt:lpstr>1-5 QCデータの単位を変えて登録すると正しく反映されない</vt:lpstr>
      <vt:lpstr>1-6 RG-CUTの「SDが平均値の1/2を超える」チェックの撤廃</vt:lpstr>
      <vt:lpstr>1-7 利用者情報のWeb名の略称がNULLのものがある</vt:lpstr>
      <vt:lpstr>1-8　マンスリーサービスモニタリングの機能拡充（QCレポート発行装置の見分け） 1-9　マンスリーサービスモニタリングの機能拡充（Webアクセスの詳細）</vt:lpstr>
      <vt:lpstr>1-12 受付エラー：1042/1043の画面表示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Ueda Izumi</dc:creator>
  <cp:lastModifiedBy>Ueda Izumi</cp:lastModifiedBy>
  <cp:revision>153</cp:revision>
  <cp:lastPrinted>2022-10-24T04:25:37Z</cp:lastPrinted>
  <dcterms:created xsi:type="dcterms:W3CDTF">2022-10-24T04:21:36Z</dcterms:created>
  <dcterms:modified xsi:type="dcterms:W3CDTF">2022-12-06T03:56:54Z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0x010100EC411DF444E1EB4C8EC941D880188393</vt:lpwstr>
  </property>
</Properties>
</file>