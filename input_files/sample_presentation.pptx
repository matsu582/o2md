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サンプルプレゼンテーション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動作確認用テストデータ</a:t>
            </a:r>
          </a:p>
          <a:p>
            <a:r>
              <a:t>2024年1月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このプレゼンテーションの目的</a:t>
            </a:r>
          </a:p>
          <a:p>
            <a:pPr lvl="1"/>
            <a:r>
              <a:t>変換ツールの動作確認</a:t>
            </a:r>
          </a:p>
          <a:p>
            <a:pPr lvl="1"/>
            <a:r>
              <a:t>各種要素のテスト</a:t>
            </a:r>
          </a:p>
          <a:p>
            <a:pPr lvl="1"/>
            <a:r>
              <a:t>出力品質の検証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最初のステップ</a:t>
            </a:r>
          </a:p>
          <a:p>
            <a:r>
              <a:t>2. 次のステップ</a:t>
            </a:r>
          </a:p>
          <a:p>
            <a:r>
              <a:t>3. 最後のステップ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データ一覧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備考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項目A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サンプル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項目B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テスト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項目C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確認用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このプレゼンテーションは動作確認用です</a:t>
            </a:r>
          </a:p>
          <a:p>
            <a:pPr lvl="1"/>
            <a:r>
              <a:t>実際のプロジェクト情報は含まれていません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